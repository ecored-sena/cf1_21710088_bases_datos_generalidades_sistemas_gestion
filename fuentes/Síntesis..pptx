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</p:sldMasterIdLst>
  <p:sldIdLst>
    <p:sldId id="256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12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E4729F-BCE1-40AF-928D-51487E09D831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F262FDC2-8ECE-49A5-AD75-42A31E5405FE}">
      <dgm:prSet phldrT="[Texto]"/>
      <dgm:spPr/>
      <dgm:t>
        <a:bodyPr/>
        <a:lstStyle/>
        <a:p>
          <a:r>
            <a:rPr lang="es-MX" dirty="0"/>
            <a:t>Fundamentos de bases de datos y gestión de la información organizacional.</a:t>
          </a:r>
          <a:endParaRPr lang="es-CO" dirty="0"/>
        </a:p>
      </dgm:t>
    </dgm:pt>
    <dgm:pt modelId="{FA156A95-CCCF-46F1-AF9F-E428F9AF2101}" type="parTrans" cxnId="{D65F04A5-2B41-43B7-8A1E-66BE9C893DB9}">
      <dgm:prSet/>
      <dgm:spPr/>
      <dgm:t>
        <a:bodyPr/>
        <a:lstStyle/>
        <a:p>
          <a:endParaRPr lang="es-CO"/>
        </a:p>
      </dgm:t>
    </dgm:pt>
    <dgm:pt modelId="{1BED4368-9966-41CD-8242-0489C037EEDB}" type="sibTrans" cxnId="{D65F04A5-2B41-43B7-8A1E-66BE9C893DB9}">
      <dgm:prSet/>
      <dgm:spPr/>
      <dgm:t>
        <a:bodyPr/>
        <a:lstStyle/>
        <a:p>
          <a:endParaRPr lang="es-CO"/>
        </a:p>
      </dgm:t>
    </dgm:pt>
    <dgm:pt modelId="{C703F7BC-B9B5-4B91-9C96-9C1644303154}">
      <dgm:prSet phldrT="[Texto]"/>
      <dgm:spPr/>
      <dgm:t>
        <a:bodyPr/>
        <a:lstStyle/>
        <a:p>
          <a:r>
            <a:rPr lang="es-MX" dirty="0"/>
            <a:t>Tipos de bases de datos</a:t>
          </a:r>
          <a:endParaRPr lang="es-CO" dirty="0"/>
        </a:p>
      </dgm:t>
    </dgm:pt>
    <dgm:pt modelId="{B017F258-A347-4874-9F79-45F7C2E17102}" type="parTrans" cxnId="{425A500C-0A8D-44E1-8C87-7E65738C6211}">
      <dgm:prSet/>
      <dgm:spPr/>
      <dgm:t>
        <a:bodyPr/>
        <a:lstStyle/>
        <a:p>
          <a:endParaRPr lang="es-CO"/>
        </a:p>
      </dgm:t>
    </dgm:pt>
    <dgm:pt modelId="{1927DD83-4203-4CCA-A963-BC4E7CD3FE3D}" type="sibTrans" cxnId="{425A500C-0A8D-44E1-8C87-7E65738C6211}">
      <dgm:prSet/>
      <dgm:spPr/>
      <dgm:t>
        <a:bodyPr/>
        <a:lstStyle/>
        <a:p>
          <a:endParaRPr lang="es-CO"/>
        </a:p>
      </dgm:t>
    </dgm:pt>
    <dgm:pt modelId="{340B2AC6-2EDF-4257-81A1-07A60FF193C3}">
      <dgm:prSet phldrT="[Texto]"/>
      <dgm:spPr/>
      <dgm:t>
        <a:bodyPr/>
        <a:lstStyle/>
        <a:p>
          <a:r>
            <a:rPr lang="es-MX" dirty="0"/>
            <a:t>Componentes</a:t>
          </a:r>
          <a:endParaRPr lang="es-CO" dirty="0"/>
        </a:p>
      </dgm:t>
    </dgm:pt>
    <dgm:pt modelId="{1C3BFA65-C7E1-47CF-9E98-72BCBEC6A092}" type="parTrans" cxnId="{FC786393-D478-4B43-BA19-02E79F1EDAA7}">
      <dgm:prSet/>
      <dgm:spPr/>
      <dgm:t>
        <a:bodyPr/>
        <a:lstStyle/>
        <a:p>
          <a:endParaRPr lang="es-CO"/>
        </a:p>
      </dgm:t>
    </dgm:pt>
    <dgm:pt modelId="{AC6FA0BC-DE7E-4214-88AD-A870EC9722B7}" type="sibTrans" cxnId="{FC786393-D478-4B43-BA19-02E79F1EDAA7}">
      <dgm:prSet/>
      <dgm:spPr/>
      <dgm:t>
        <a:bodyPr/>
        <a:lstStyle/>
        <a:p>
          <a:endParaRPr lang="es-CO"/>
        </a:p>
      </dgm:t>
    </dgm:pt>
    <dgm:pt modelId="{927F22F5-F274-4F7C-8AF8-B64A814CF454}">
      <dgm:prSet phldrT="[Texto]"/>
      <dgm:spPr/>
      <dgm:t>
        <a:bodyPr/>
        <a:lstStyle/>
        <a:p>
          <a:r>
            <a:rPr lang="es-MX" dirty="0"/>
            <a:t>SGBD</a:t>
          </a:r>
          <a:endParaRPr lang="es-CO" dirty="0"/>
        </a:p>
      </dgm:t>
    </dgm:pt>
    <dgm:pt modelId="{0CD95987-4123-4CAD-BDAC-6429B502EBC1}" type="parTrans" cxnId="{5A856D6A-1EC7-42EF-B1EC-ED80A92C0C47}">
      <dgm:prSet/>
      <dgm:spPr/>
      <dgm:t>
        <a:bodyPr/>
        <a:lstStyle/>
        <a:p>
          <a:endParaRPr lang="es-CO"/>
        </a:p>
      </dgm:t>
    </dgm:pt>
    <dgm:pt modelId="{B8E9D89E-B438-4C63-959C-992B94C875A0}" type="sibTrans" cxnId="{5A856D6A-1EC7-42EF-B1EC-ED80A92C0C47}">
      <dgm:prSet/>
      <dgm:spPr/>
      <dgm:t>
        <a:bodyPr/>
        <a:lstStyle/>
        <a:p>
          <a:endParaRPr lang="es-CO"/>
        </a:p>
      </dgm:t>
    </dgm:pt>
    <dgm:pt modelId="{0E7D951F-7156-41D0-BF82-8530D140D809}">
      <dgm:prSet phldrT="[Texto]"/>
      <dgm:spPr/>
      <dgm:t>
        <a:bodyPr/>
        <a:lstStyle/>
        <a:p>
          <a:r>
            <a:rPr lang="es-MX" dirty="0"/>
            <a:t>Conceptos fundamentales</a:t>
          </a:r>
          <a:endParaRPr lang="es-CO" dirty="0"/>
        </a:p>
      </dgm:t>
    </dgm:pt>
    <dgm:pt modelId="{2672E1CB-E736-498C-A556-6D63ED172545}" type="parTrans" cxnId="{E59F864B-904C-4AFB-927D-9D2F58ED8AC6}">
      <dgm:prSet/>
      <dgm:spPr/>
      <dgm:t>
        <a:bodyPr/>
        <a:lstStyle/>
        <a:p>
          <a:endParaRPr lang="es-CO"/>
        </a:p>
      </dgm:t>
    </dgm:pt>
    <dgm:pt modelId="{55D3BA52-FC21-4F00-A616-4A2B925D0FD3}" type="sibTrans" cxnId="{E59F864B-904C-4AFB-927D-9D2F58ED8AC6}">
      <dgm:prSet/>
      <dgm:spPr/>
      <dgm:t>
        <a:bodyPr/>
        <a:lstStyle/>
        <a:p>
          <a:endParaRPr lang="es-CO"/>
        </a:p>
      </dgm:t>
    </dgm:pt>
    <dgm:pt modelId="{CB40AECE-19AB-472F-B870-CAC4C4C427FE}">
      <dgm:prSet phldrT="[Texto]"/>
      <dgm:spPr/>
      <dgm:t>
        <a:bodyPr/>
        <a:lstStyle/>
        <a:p>
          <a:r>
            <a:rPr lang="es-MX" dirty="0"/>
            <a:t>Características funcionales</a:t>
          </a:r>
          <a:endParaRPr lang="es-CO" dirty="0"/>
        </a:p>
      </dgm:t>
    </dgm:pt>
    <dgm:pt modelId="{4C8A33D4-AF90-4BAF-ADCF-6A9D061C00B2}" type="parTrans" cxnId="{274E2D25-7D6B-4AA5-A2D4-9978EF51F833}">
      <dgm:prSet/>
      <dgm:spPr/>
      <dgm:t>
        <a:bodyPr/>
        <a:lstStyle/>
        <a:p>
          <a:endParaRPr lang="es-CO"/>
        </a:p>
      </dgm:t>
    </dgm:pt>
    <dgm:pt modelId="{861E519B-1CA3-4BB3-B232-75599C76C467}" type="sibTrans" cxnId="{274E2D25-7D6B-4AA5-A2D4-9978EF51F833}">
      <dgm:prSet/>
      <dgm:spPr/>
      <dgm:t>
        <a:bodyPr/>
        <a:lstStyle/>
        <a:p>
          <a:endParaRPr lang="es-CO"/>
        </a:p>
      </dgm:t>
    </dgm:pt>
    <dgm:pt modelId="{0A6A6A10-74D0-433D-9482-F68E66668FCB}">
      <dgm:prSet phldrT="[Texto]"/>
      <dgm:spPr/>
      <dgm:t>
        <a:bodyPr/>
        <a:lstStyle/>
        <a:p>
          <a:r>
            <a:rPr lang="es-MX" dirty="0"/>
            <a:t>Seguridad e integridad</a:t>
          </a:r>
          <a:endParaRPr lang="es-CO" dirty="0"/>
        </a:p>
      </dgm:t>
    </dgm:pt>
    <dgm:pt modelId="{960E4764-7C31-4741-B839-47A4B04DB9EB}" type="parTrans" cxnId="{26B7A637-36D2-4A1D-BC2F-DA2EF4D50B4B}">
      <dgm:prSet/>
      <dgm:spPr/>
      <dgm:t>
        <a:bodyPr/>
        <a:lstStyle/>
        <a:p>
          <a:endParaRPr lang="es-CO"/>
        </a:p>
      </dgm:t>
    </dgm:pt>
    <dgm:pt modelId="{BC9F2B1D-B9E2-4EE4-9250-4867546AD3BD}" type="sibTrans" cxnId="{26B7A637-36D2-4A1D-BC2F-DA2EF4D50B4B}">
      <dgm:prSet/>
      <dgm:spPr/>
      <dgm:t>
        <a:bodyPr/>
        <a:lstStyle/>
        <a:p>
          <a:endParaRPr lang="es-CO"/>
        </a:p>
      </dgm:t>
    </dgm:pt>
    <dgm:pt modelId="{C2F255D0-3672-495B-9762-C21DC086F6DD}">
      <dgm:prSet phldrT="[Texto]"/>
      <dgm:spPr/>
      <dgm:t>
        <a:bodyPr/>
        <a:lstStyle/>
        <a:p>
          <a:r>
            <a:rPr lang="es-MX" dirty="0"/>
            <a:t>Rendimiento</a:t>
          </a:r>
          <a:endParaRPr lang="es-CO" dirty="0"/>
        </a:p>
      </dgm:t>
    </dgm:pt>
    <dgm:pt modelId="{CCF475E9-8D4D-4267-B9B8-2C7E7EDDC71C}" type="parTrans" cxnId="{9056DA81-380A-4DEA-9D0A-1F613C69F857}">
      <dgm:prSet/>
      <dgm:spPr/>
      <dgm:t>
        <a:bodyPr/>
        <a:lstStyle/>
        <a:p>
          <a:endParaRPr lang="es-CO"/>
        </a:p>
      </dgm:t>
    </dgm:pt>
    <dgm:pt modelId="{3E6E33BB-7CA2-4EF4-B9A8-B15A5B04CA80}" type="sibTrans" cxnId="{9056DA81-380A-4DEA-9D0A-1F613C69F857}">
      <dgm:prSet/>
      <dgm:spPr/>
      <dgm:t>
        <a:bodyPr/>
        <a:lstStyle/>
        <a:p>
          <a:endParaRPr lang="es-CO"/>
        </a:p>
      </dgm:t>
    </dgm:pt>
    <dgm:pt modelId="{1A774586-418C-4620-84E4-18E6EB86A7D6}">
      <dgm:prSet phldrT="[Texto]"/>
      <dgm:spPr/>
      <dgm:t>
        <a:bodyPr/>
        <a:lstStyle/>
        <a:p>
          <a:r>
            <a:rPr lang="es-MX" dirty="0"/>
            <a:t>Dato</a:t>
          </a:r>
          <a:endParaRPr lang="es-CO" dirty="0"/>
        </a:p>
      </dgm:t>
    </dgm:pt>
    <dgm:pt modelId="{6A167856-EC84-4D44-8F83-4451AE44564B}" type="parTrans" cxnId="{66C0C700-D0C2-47F1-A712-E95BCE002630}">
      <dgm:prSet/>
      <dgm:spPr/>
      <dgm:t>
        <a:bodyPr/>
        <a:lstStyle/>
        <a:p>
          <a:endParaRPr lang="es-CO"/>
        </a:p>
      </dgm:t>
    </dgm:pt>
    <dgm:pt modelId="{8FF76F60-3688-44AE-8646-D7884D8F3B39}" type="sibTrans" cxnId="{66C0C700-D0C2-47F1-A712-E95BCE002630}">
      <dgm:prSet/>
      <dgm:spPr/>
      <dgm:t>
        <a:bodyPr/>
        <a:lstStyle/>
        <a:p>
          <a:endParaRPr lang="es-CO"/>
        </a:p>
      </dgm:t>
    </dgm:pt>
    <dgm:pt modelId="{F5206EDC-F3D2-47AD-9B02-534ABAAE9E0B}">
      <dgm:prSet phldrT="[Texto]"/>
      <dgm:spPr/>
      <dgm:t>
        <a:bodyPr/>
        <a:lstStyle/>
        <a:p>
          <a:r>
            <a:rPr lang="es-MX" dirty="0"/>
            <a:t>Información</a:t>
          </a:r>
          <a:endParaRPr lang="es-CO" dirty="0"/>
        </a:p>
      </dgm:t>
    </dgm:pt>
    <dgm:pt modelId="{CB6CF9A7-FD34-4553-910D-19DE37BD604E}" type="parTrans" cxnId="{3B1471D7-9EAD-404F-99EF-D2BF44D3C369}">
      <dgm:prSet/>
      <dgm:spPr/>
      <dgm:t>
        <a:bodyPr/>
        <a:lstStyle/>
        <a:p>
          <a:endParaRPr lang="es-CO"/>
        </a:p>
      </dgm:t>
    </dgm:pt>
    <dgm:pt modelId="{53FE1EFF-63FF-4011-9336-CFE319D990BF}" type="sibTrans" cxnId="{3B1471D7-9EAD-404F-99EF-D2BF44D3C369}">
      <dgm:prSet/>
      <dgm:spPr/>
      <dgm:t>
        <a:bodyPr/>
        <a:lstStyle/>
        <a:p>
          <a:endParaRPr lang="es-CO"/>
        </a:p>
      </dgm:t>
    </dgm:pt>
    <dgm:pt modelId="{79A15AF5-F728-41C6-BB5E-CDB832C0759A}">
      <dgm:prSet phldrT="[Texto]"/>
      <dgm:spPr/>
      <dgm:t>
        <a:bodyPr/>
        <a:lstStyle/>
        <a:p>
          <a:r>
            <a:rPr lang="es-MX" dirty="0"/>
            <a:t>Registro</a:t>
          </a:r>
          <a:endParaRPr lang="es-CO" dirty="0"/>
        </a:p>
      </dgm:t>
    </dgm:pt>
    <dgm:pt modelId="{78EC3EC5-F8D8-40D7-B75F-938E6D0314A4}" type="parTrans" cxnId="{360C405E-BFE4-4FFA-96D4-E00178A1707A}">
      <dgm:prSet/>
      <dgm:spPr/>
      <dgm:t>
        <a:bodyPr/>
        <a:lstStyle/>
        <a:p>
          <a:endParaRPr lang="es-CO"/>
        </a:p>
      </dgm:t>
    </dgm:pt>
    <dgm:pt modelId="{A535D613-2C17-43D0-8A1E-8CD2D004A616}" type="sibTrans" cxnId="{360C405E-BFE4-4FFA-96D4-E00178A1707A}">
      <dgm:prSet/>
      <dgm:spPr/>
      <dgm:t>
        <a:bodyPr/>
        <a:lstStyle/>
        <a:p>
          <a:endParaRPr lang="es-CO"/>
        </a:p>
      </dgm:t>
    </dgm:pt>
    <dgm:pt modelId="{15EC0A71-08AC-4398-8154-95ACEB1FB77D}">
      <dgm:prSet phldrT="[Texto]"/>
      <dgm:spPr/>
      <dgm:t>
        <a:bodyPr/>
        <a:lstStyle/>
        <a:p>
          <a:r>
            <a:rPr lang="es-MX" dirty="0"/>
            <a:t>Conocimiento</a:t>
          </a:r>
        </a:p>
        <a:p>
          <a:r>
            <a:rPr lang="es-MX" dirty="0"/>
            <a:t>activo estratégico</a:t>
          </a:r>
        </a:p>
      </dgm:t>
    </dgm:pt>
    <dgm:pt modelId="{29DC80B4-4858-4CFE-84CA-9D7EEE496E30}" type="parTrans" cxnId="{3960322B-CFA4-46D6-B2EB-478B8C1DD0C8}">
      <dgm:prSet/>
      <dgm:spPr/>
      <dgm:t>
        <a:bodyPr/>
        <a:lstStyle/>
        <a:p>
          <a:endParaRPr lang="es-CO"/>
        </a:p>
      </dgm:t>
    </dgm:pt>
    <dgm:pt modelId="{101F77E6-4AB9-4D2E-BAC0-14D41F651669}" type="sibTrans" cxnId="{3960322B-CFA4-46D6-B2EB-478B8C1DD0C8}">
      <dgm:prSet/>
      <dgm:spPr/>
      <dgm:t>
        <a:bodyPr/>
        <a:lstStyle/>
        <a:p>
          <a:endParaRPr lang="es-CO"/>
        </a:p>
      </dgm:t>
    </dgm:pt>
    <dgm:pt modelId="{3CA8780E-D2BA-4134-AECE-2C7753B256E3}">
      <dgm:prSet phldrT="[Texto]"/>
      <dgm:spPr/>
      <dgm:t>
        <a:bodyPr/>
        <a:lstStyle/>
        <a:p>
          <a:r>
            <a:rPr lang="es-MX" dirty="0"/>
            <a:t>Estructuradas</a:t>
          </a:r>
          <a:endParaRPr lang="es-CO" dirty="0"/>
        </a:p>
      </dgm:t>
    </dgm:pt>
    <dgm:pt modelId="{4A74FEF7-73A5-4F79-BCC2-130F2040F987}" type="parTrans" cxnId="{24714DBA-93CD-41EA-B691-23227EA2B376}">
      <dgm:prSet/>
      <dgm:spPr/>
      <dgm:t>
        <a:bodyPr/>
        <a:lstStyle/>
        <a:p>
          <a:endParaRPr lang="es-CO"/>
        </a:p>
      </dgm:t>
    </dgm:pt>
    <dgm:pt modelId="{35205C76-DBF7-4140-B7A1-6377C6049148}" type="sibTrans" cxnId="{24714DBA-93CD-41EA-B691-23227EA2B376}">
      <dgm:prSet/>
      <dgm:spPr/>
      <dgm:t>
        <a:bodyPr/>
        <a:lstStyle/>
        <a:p>
          <a:endParaRPr lang="es-CO"/>
        </a:p>
      </dgm:t>
    </dgm:pt>
    <dgm:pt modelId="{DC3776FB-1E76-4614-91C0-03F0D2DA32E7}">
      <dgm:prSet phldrT="[Texto]"/>
      <dgm:spPr/>
      <dgm:t>
        <a:bodyPr/>
        <a:lstStyle/>
        <a:p>
          <a:r>
            <a:rPr lang="es-MX" dirty="0"/>
            <a:t>No estructuradas</a:t>
          </a:r>
          <a:endParaRPr lang="es-CO" dirty="0"/>
        </a:p>
      </dgm:t>
    </dgm:pt>
    <dgm:pt modelId="{098FBF9F-B4AA-4039-99EE-BAF7AE4404DA}" type="parTrans" cxnId="{E32B19D6-F32C-4B83-8F56-7878D8CD4941}">
      <dgm:prSet/>
      <dgm:spPr/>
      <dgm:t>
        <a:bodyPr/>
        <a:lstStyle/>
        <a:p>
          <a:endParaRPr lang="es-CO"/>
        </a:p>
      </dgm:t>
    </dgm:pt>
    <dgm:pt modelId="{20D6BCB2-9936-421B-A094-A66A6A9DD6FD}" type="sibTrans" cxnId="{E32B19D6-F32C-4B83-8F56-7878D8CD4941}">
      <dgm:prSet/>
      <dgm:spPr/>
      <dgm:t>
        <a:bodyPr/>
        <a:lstStyle/>
        <a:p>
          <a:endParaRPr lang="es-CO"/>
        </a:p>
      </dgm:t>
    </dgm:pt>
    <dgm:pt modelId="{6977288A-370B-41D1-98DA-2E9E45E9CB9B}">
      <dgm:prSet phldrT="[Texto]"/>
      <dgm:spPr/>
      <dgm:t>
        <a:bodyPr/>
        <a:lstStyle/>
        <a:p>
          <a:r>
            <a:rPr lang="es-MX" dirty="0"/>
            <a:t>Relacionales</a:t>
          </a:r>
          <a:endParaRPr lang="es-CO" dirty="0"/>
        </a:p>
      </dgm:t>
    </dgm:pt>
    <dgm:pt modelId="{71355EAD-94A0-419A-A4C8-2A26FC2F904B}" type="parTrans" cxnId="{B7FA29E8-3D5C-461A-B931-38BEB4B4B7E1}">
      <dgm:prSet/>
      <dgm:spPr/>
      <dgm:t>
        <a:bodyPr/>
        <a:lstStyle/>
        <a:p>
          <a:endParaRPr lang="es-CO"/>
        </a:p>
      </dgm:t>
    </dgm:pt>
    <dgm:pt modelId="{6A1F7939-4382-4E24-BF55-F770BCD60A9D}" type="sibTrans" cxnId="{B7FA29E8-3D5C-461A-B931-38BEB4B4B7E1}">
      <dgm:prSet/>
      <dgm:spPr/>
      <dgm:t>
        <a:bodyPr/>
        <a:lstStyle/>
        <a:p>
          <a:endParaRPr lang="es-CO"/>
        </a:p>
      </dgm:t>
    </dgm:pt>
    <dgm:pt modelId="{0C01BDCD-068D-436B-80D6-60CE164582A1}">
      <dgm:prSet phldrT="[Texto]"/>
      <dgm:spPr/>
      <dgm:t>
        <a:bodyPr/>
        <a:lstStyle/>
        <a:p>
          <a:r>
            <a:rPr lang="es-MX" dirty="0"/>
            <a:t>Documentales</a:t>
          </a:r>
          <a:endParaRPr lang="es-CO" dirty="0"/>
        </a:p>
      </dgm:t>
    </dgm:pt>
    <dgm:pt modelId="{B0CBE730-553E-4ED3-A5AC-34AB02E7BF89}" type="parTrans" cxnId="{3D35AE4C-7AD2-445C-9FE8-1FDC04365D5B}">
      <dgm:prSet/>
      <dgm:spPr/>
      <dgm:t>
        <a:bodyPr/>
        <a:lstStyle/>
        <a:p>
          <a:endParaRPr lang="es-CO"/>
        </a:p>
      </dgm:t>
    </dgm:pt>
    <dgm:pt modelId="{2D9C20C1-9425-4319-A1F9-A9B73C869E2B}" type="sibTrans" cxnId="{3D35AE4C-7AD2-445C-9FE8-1FDC04365D5B}">
      <dgm:prSet/>
      <dgm:spPr/>
      <dgm:t>
        <a:bodyPr/>
        <a:lstStyle/>
        <a:p>
          <a:endParaRPr lang="es-CO"/>
        </a:p>
      </dgm:t>
    </dgm:pt>
    <dgm:pt modelId="{76EB1A73-389E-4488-8E7E-53CC88C5FA0C}">
      <dgm:prSet phldrT="[Texto]"/>
      <dgm:spPr/>
      <dgm:t>
        <a:bodyPr/>
        <a:lstStyle/>
        <a:p>
          <a:r>
            <a:rPr lang="es-MX" dirty="0"/>
            <a:t>Tablas</a:t>
          </a:r>
          <a:endParaRPr lang="es-CO" dirty="0"/>
        </a:p>
      </dgm:t>
    </dgm:pt>
    <dgm:pt modelId="{A4A0F113-CB35-472A-9FE2-7E4BC04330B3}" type="parTrans" cxnId="{B5A96B59-7605-42BA-AF07-0D817EC3A83B}">
      <dgm:prSet/>
      <dgm:spPr/>
      <dgm:t>
        <a:bodyPr/>
        <a:lstStyle/>
        <a:p>
          <a:endParaRPr lang="es-CO"/>
        </a:p>
      </dgm:t>
    </dgm:pt>
    <dgm:pt modelId="{2338EE93-7793-4D2C-BF7D-93B6A8530AE2}" type="sibTrans" cxnId="{B5A96B59-7605-42BA-AF07-0D817EC3A83B}">
      <dgm:prSet/>
      <dgm:spPr/>
      <dgm:t>
        <a:bodyPr/>
        <a:lstStyle/>
        <a:p>
          <a:endParaRPr lang="es-CO"/>
        </a:p>
      </dgm:t>
    </dgm:pt>
    <dgm:pt modelId="{AAF49E54-49B6-4193-AD73-F6663EDFB507}">
      <dgm:prSet phldrT="[Texto]"/>
      <dgm:spPr/>
      <dgm:t>
        <a:bodyPr/>
        <a:lstStyle/>
        <a:p>
          <a:r>
            <a:rPr lang="es-MX" dirty="0"/>
            <a:t>Campos</a:t>
          </a:r>
          <a:endParaRPr lang="es-CO" dirty="0"/>
        </a:p>
      </dgm:t>
    </dgm:pt>
    <dgm:pt modelId="{DA201C8A-978D-485F-B23B-1B44E4018A68}" type="parTrans" cxnId="{4E70DCF1-4E6E-4137-A17F-39316A3DD4C1}">
      <dgm:prSet/>
      <dgm:spPr/>
      <dgm:t>
        <a:bodyPr/>
        <a:lstStyle/>
        <a:p>
          <a:endParaRPr lang="es-CO"/>
        </a:p>
      </dgm:t>
    </dgm:pt>
    <dgm:pt modelId="{0DD480DD-1245-422C-A9C6-9C7FE31CA2D3}" type="sibTrans" cxnId="{4E70DCF1-4E6E-4137-A17F-39316A3DD4C1}">
      <dgm:prSet/>
      <dgm:spPr/>
      <dgm:t>
        <a:bodyPr/>
        <a:lstStyle/>
        <a:p>
          <a:endParaRPr lang="es-CO"/>
        </a:p>
      </dgm:t>
    </dgm:pt>
    <dgm:pt modelId="{37E50B60-ADE2-45BE-9666-DAC589D7249E}">
      <dgm:prSet phldrT="[Texto]"/>
      <dgm:spPr/>
      <dgm:t>
        <a:bodyPr/>
        <a:lstStyle/>
        <a:p>
          <a:r>
            <a:rPr lang="es-MX" dirty="0"/>
            <a:t>Registros</a:t>
          </a:r>
          <a:endParaRPr lang="es-CO" dirty="0"/>
        </a:p>
      </dgm:t>
    </dgm:pt>
    <dgm:pt modelId="{6C58438F-195D-47D7-A155-176C7810A75B}" type="parTrans" cxnId="{46BECE83-B935-464A-9B30-EA5BCD3232EE}">
      <dgm:prSet/>
      <dgm:spPr/>
      <dgm:t>
        <a:bodyPr/>
        <a:lstStyle/>
        <a:p>
          <a:endParaRPr lang="es-CO"/>
        </a:p>
      </dgm:t>
    </dgm:pt>
    <dgm:pt modelId="{110CA950-D736-4040-8115-E2AABDD6FC2A}" type="sibTrans" cxnId="{46BECE83-B935-464A-9B30-EA5BCD3232EE}">
      <dgm:prSet/>
      <dgm:spPr/>
      <dgm:t>
        <a:bodyPr/>
        <a:lstStyle/>
        <a:p>
          <a:endParaRPr lang="es-CO"/>
        </a:p>
      </dgm:t>
    </dgm:pt>
    <dgm:pt modelId="{97C007A4-D929-4386-89D8-A4A9E861AB79}">
      <dgm:prSet phldrT="[Texto]"/>
      <dgm:spPr/>
      <dgm:t>
        <a:bodyPr/>
        <a:lstStyle/>
        <a:p>
          <a:r>
            <a:rPr lang="es-MX" dirty="0"/>
            <a:t>Vistas</a:t>
          </a:r>
          <a:endParaRPr lang="es-CO" dirty="0"/>
        </a:p>
      </dgm:t>
    </dgm:pt>
    <dgm:pt modelId="{32597E4F-A682-4332-88FA-206B853AF567}" type="parTrans" cxnId="{1572A486-2357-4B8D-BA76-5C1A689D9EE8}">
      <dgm:prSet/>
      <dgm:spPr/>
      <dgm:t>
        <a:bodyPr/>
        <a:lstStyle/>
        <a:p>
          <a:endParaRPr lang="es-CO"/>
        </a:p>
      </dgm:t>
    </dgm:pt>
    <dgm:pt modelId="{330D5F57-14EA-42A3-BAC3-6CB11993A131}" type="sibTrans" cxnId="{1572A486-2357-4B8D-BA76-5C1A689D9EE8}">
      <dgm:prSet/>
      <dgm:spPr/>
      <dgm:t>
        <a:bodyPr/>
        <a:lstStyle/>
        <a:p>
          <a:endParaRPr lang="es-CO"/>
        </a:p>
      </dgm:t>
    </dgm:pt>
    <dgm:pt modelId="{B6B44463-544F-4812-89F2-8F54BD668D1F}">
      <dgm:prSet phldrT="[Texto]"/>
      <dgm:spPr/>
      <dgm:t>
        <a:bodyPr/>
        <a:lstStyle/>
        <a:p>
          <a:r>
            <a:rPr lang="es-MX" dirty="0"/>
            <a:t>Índices</a:t>
          </a:r>
          <a:endParaRPr lang="es-CO" dirty="0"/>
        </a:p>
      </dgm:t>
    </dgm:pt>
    <dgm:pt modelId="{1AB6E708-C028-4EE6-AAD5-99CB759DFA01}" type="parTrans" cxnId="{1DDA92B8-A04B-4725-941A-1FB6470F9EE8}">
      <dgm:prSet/>
      <dgm:spPr/>
      <dgm:t>
        <a:bodyPr/>
        <a:lstStyle/>
        <a:p>
          <a:endParaRPr lang="es-CO"/>
        </a:p>
      </dgm:t>
    </dgm:pt>
    <dgm:pt modelId="{012C973B-2D16-44EF-BBA0-C7629065CA17}" type="sibTrans" cxnId="{1DDA92B8-A04B-4725-941A-1FB6470F9EE8}">
      <dgm:prSet/>
      <dgm:spPr/>
      <dgm:t>
        <a:bodyPr/>
        <a:lstStyle/>
        <a:p>
          <a:endParaRPr lang="es-CO"/>
        </a:p>
      </dgm:t>
    </dgm:pt>
    <dgm:pt modelId="{EBA21457-3E7E-4EBB-AD97-90431B1F0067}">
      <dgm:prSet phldrT="[Texto]"/>
      <dgm:spPr/>
      <dgm:t>
        <a:bodyPr/>
        <a:lstStyle/>
        <a:p>
          <a:r>
            <a:rPr lang="es-MX" dirty="0"/>
            <a:t>Claves</a:t>
          </a:r>
          <a:endParaRPr lang="es-CO" dirty="0"/>
        </a:p>
      </dgm:t>
    </dgm:pt>
    <dgm:pt modelId="{D1E25F5C-5276-44B5-90FD-C4BF7AE860E5}" type="parTrans" cxnId="{50D215AE-CD13-4FE0-B6D6-C7E2B7C07B46}">
      <dgm:prSet/>
      <dgm:spPr/>
      <dgm:t>
        <a:bodyPr/>
        <a:lstStyle/>
        <a:p>
          <a:endParaRPr lang="es-CO"/>
        </a:p>
      </dgm:t>
    </dgm:pt>
    <dgm:pt modelId="{7D782FAC-3FCF-4C70-B549-90D815AFB980}" type="sibTrans" cxnId="{50D215AE-CD13-4FE0-B6D6-C7E2B7C07B46}">
      <dgm:prSet/>
      <dgm:spPr/>
      <dgm:t>
        <a:bodyPr/>
        <a:lstStyle/>
        <a:p>
          <a:endParaRPr lang="es-CO"/>
        </a:p>
      </dgm:t>
    </dgm:pt>
    <dgm:pt modelId="{E365CDEB-C144-48CD-B346-40C3FE20B993}">
      <dgm:prSet phldrT="[Texto]"/>
      <dgm:spPr/>
      <dgm:t>
        <a:bodyPr/>
        <a:lstStyle/>
        <a:p>
          <a:r>
            <a:rPr lang="es-MX" dirty="0"/>
            <a:t>Funciones</a:t>
          </a:r>
          <a:endParaRPr lang="es-CO" dirty="0"/>
        </a:p>
      </dgm:t>
    </dgm:pt>
    <dgm:pt modelId="{990431B1-43CC-4D64-B730-A2796B2FD31E}" type="parTrans" cxnId="{D6590483-47FE-439D-A279-15ADE8C78EAC}">
      <dgm:prSet/>
      <dgm:spPr/>
      <dgm:t>
        <a:bodyPr/>
        <a:lstStyle/>
        <a:p>
          <a:endParaRPr lang="es-CO"/>
        </a:p>
      </dgm:t>
    </dgm:pt>
    <dgm:pt modelId="{786C8C02-6F9A-4E3F-BD39-1FA09A6B2E3F}" type="sibTrans" cxnId="{D6590483-47FE-439D-A279-15ADE8C78EAC}">
      <dgm:prSet/>
      <dgm:spPr/>
      <dgm:t>
        <a:bodyPr/>
        <a:lstStyle/>
        <a:p>
          <a:endParaRPr lang="es-CO"/>
        </a:p>
      </dgm:t>
    </dgm:pt>
    <dgm:pt modelId="{A4F74854-47C4-4265-A6F6-684041EA29AB}">
      <dgm:prSet phldrT="[Texto]"/>
      <dgm:spPr/>
      <dgm:t>
        <a:bodyPr/>
        <a:lstStyle/>
        <a:p>
          <a:r>
            <a:rPr lang="es-MX" dirty="0"/>
            <a:t>Arquitectura</a:t>
          </a:r>
          <a:endParaRPr lang="es-CO" dirty="0"/>
        </a:p>
      </dgm:t>
    </dgm:pt>
    <dgm:pt modelId="{DBDF1AD2-392C-4EF4-8104-9AC7C7D786A2}" type="parTrans" cxnId="{FD35250E-01C3-4B00-BA78-D209EDEF6C88}">
      <dgm:prSet/>
      <dgm:spPr/>
      <dgm:t>
        <a:bodyPr/>
        <a:lstStyle/>
        <a:p>
          <a:endParaRPr lang="es-CO"/>
        </a:p>
      </dgm:t>
    </dgm:pt>
    <dgm:pt modelId="{A309B5D6-4321-40A6-BFA4-E05B1573708C}" type="sibTrans" cxnId="{FD35250E-01C3-4B00-BA78-D209EDEF6C88}">
      <dgm:prSet/>
      <dgm:spPr/>
      <dgm:t>
        <a:bodyPr/>
        <a:lstStyle/>
        <a:p>
          <a:endParaRPr lang="es-CO"/>
        </a:p>
      </dgm:t>
    </dgm:pt>
    <dgm:pt modelId="{1F5B7C03-EB79-4EE4-99FF-89DE8DA72301}">
      <dgm:prSet phldrT="[Texto]"/>
      <dgm:spPr/>
      <dgm:t>
        <a:bodyPr/>
        <a:lstStyle/>
        <a:p>
          <a:r>
            <a:rPr lang="es-MX" dirty="0"/>
            <a:t>Ejemplos</a:t>
          </a:r>
          <a:endParaRPr lang="es-CO" dirty="0"/>
        </a:p>
      </dgm:t>
    </dgm:pt>
    <dgm:pt modelId="{54F3EBCF-92F1-48CF-9154-4411E6161185}" type="parTrans" cxnId="{F4A03A4D-30FB-4979-88E2-7ACABDD99370}">
      <dgm:prSet/>
      <dgm:spPr/>
      <dgm:t>
        <a:bodyPr/>
        <a:lstStyle/>
        <a:p>
          <a:endParaRPr lang="es-CO"/>
        </a:p>
      </dgm:t>
    </dgm:pt>
    <dgm:pt modelId="{3BFB1752-06DB-4B11-A90F-70B451BF36FC}" type="sibTrans" cxnId="{F4A03A4D-30FB-4979-88E2-7ACABDD99370}">
      <dgm:prSet/>
      <dgm:spPr/>
      <dgm:t>
        <a:bodyPr/>
        <a:lstStyle/>
        <a:p>
          <a:endParaRPr lang="es-CO"/>
        </a:p>
      </dgm:t>
    </dgm:pt>
    <dgm:pt modelId="{F15E9645-27E1-45A5-8E5E-22148956A0BF}">
      <dgm:prSet phldrT="[Texto]"/>
      <dgm:spPr/>
      <dgm:t>
        <a:bodyPr/>
        <a:lstStyle/>
        <a:p>
          <a:r>
            <a:rPr lang="es-MX" dirty="0"/>
            <a:t>Requisitos</a:t>
          </a:r>
          <a:endParaRPr lang="es-CO" dirty="0"/>
        </a:p>
      </dgm:t>
    </dgm:pt>
    <dgm:pt modelId="{1BF9539C-5FD7-4144-8A5F-D27A45DA64D9}" type="parTrans" cxnId="{9F4076E2-666E-41CE-BEBF-C764196DA87A}">
      <dgm:prSet/>
      <dgm:spPr/>
      <dgm:t>
        <a:bodyPr/>
        <a:lstStyle/>
        <a:p>
          <a:endParaRPr lang="es-CO"/>
        </a:p>
      </dgm:t>
    </dgm:pt>
    <dgm:pt modelId="{A700C397-2FBE-49CC-A57D-DCF5B273AF76}" type="sibTrans" cxnId="{9F4076E2-666E-41CE-BEBF-C764196DA87A}">
      <dgm:prSet/>
      <dgm:spPr/>
      <dgm:t>
        <a:bodyPr/>
        <a:lstStyle/>
        <a:p>
          <a:endParaRPr lang="es-CO"/>
        </a:p>
      </dgm:t>
    </dgm:pt>
    <dgm:pt modelId="{2288446C-EDB6-484E-B8CD-FB5EB82FD3EF}">
      <dgm:prSet phldrT="[Texto]"/>
      <dgm:spPr/>
      <dgm:t>
        <a:bodyPr/>
        <a:lstStyle/>
        <a:p>
          <a:r>
            <a:rPr lang="es-MX" dirty="0"/>
            <a:t>Entidades</a:t>
          </a:r>
          <a:endParaRPr lang="es-CO" dirty="0"/>
        </a:p>
      </dgm:t>
    </dgm:pt>
    <dgm:pt modelId="{C8B16904-589E-445A-9973-6ED6247F4278}" type="parTrans" cxnId="{5421FDE8-0A40-46C0-80E1-F7DE250E1A4E}">
      <dgm:prSet/>
      <dgm:spPr/>
      <dgm:t>
        <a:bodyPr/>
        <a:lstStyle/>
        <a:p>
          <a:endParaRPr lang="es-CO"/>
        </a:p>
      </dgm:t>
    </dgm:pt>
    <dgm:pt modelId="{53177987-342D-4C44-909F-17DACEAB23F7}" type="sibTrans" cxnId="{5421FDE8-0A40-46C0-80E1-F7DE250E1A4E}">
      <dgm:prSet/>
      <dgm:spPr/>
      <dgm:t>
        <a:bodyPr/>
        <a:lstStyle/>
        <a:p>
          <a:endParaRPr lang="es-CO"/>
        </a:p>
      </dgm:t>
    </dgm:pt>
    <dgm:pt modelId="{5DF1A105-3ED2-4024-8262-F37FDD478CB9}">
      <dgm:prSet phldrT="[Texto]"/>
      <dgm:spPr/>
      <dgm:t>
        <a:bodyPr/>
        <a:lstStyle/>
        <a:p>
          <a:r>
            <a:rPr lang="es-MX" dirty="0"/>
            <a:t>Atributos</a:t>
          </a:r>
          <a:endParaRPr lang="es-CO" dirty="0"/>
        </a:p>
      </dgm:t>
    </dgm:pt>
    <dgm:pt modelId="{644B2DF8-7A0D-4A21-BF3A-6FAA87F92E5A}" type="parTrans" cxnId="{7BA1C5AC-D796-4C27-B66D-27E57868A7AB}">
      <dgm:prSet/>
      <dgm:spPr/>
      <dgm:t>
        <a:bodyPr/>
        <a:lstStyle/>
        <a:p>
          <a:endParaRPr lang="es-CO"/>
        </a:p>
      </dgm:t>
    </dgm:pt>
    <dgm:pt modelId="{3BAA9C03-D478-49F2-859F-5051326B2B63}" type="sibTrans" cxnId="{7BA1C5AC-D796-4C27-B66D-27E57868A7AB}">
      <dgm:prSet/>
      <dgm:spPr/>
      <dgm:t>
        <a:bodyPr/>
        <a:lstStyle/>
        <a:p>
          <a:endParaRPr lang="es-CO"/>
        </a:p>
      </dgm:t>
    </dgm:pt>
    <dgm:pt modelId="{FAFAA65A-544E-400C-9ECA-E3360BB2BC0E}">
      <dgm:prSet phldrT="[Texto]"/>
      <dgm:spPr/>
      <dgm:t>
        <a:bodyPr/>
        <a:lstStyle/>
        <a:p>
          <a:r>
            <a:rPr lang="es-MX" dirty="0"/>
            <a:t>Indexación</a:t>
          </a:r>
          <a:endParaRPr lang="es-CO" dirty="0"/>
        </a:p>
      </dgm:t>
    </dgm:pt>
    <dgm:pt modelId="{BB527D96-8532-4654-B506-4FCD04301F2E}" type="parTrans" cxnId="{EB674E54-192D-447C-84C9-C9E0E9A81168}">
      <dgm:prSet/>
      <dgm:spPr/>
      <dgm:t>
        <a:bodyPr/>
        <a:lstStyle/>
        <a:p>
          <a:endParaRPr lang="es-CO"/>
        </a:p>
      </dgm:t>
    </dgm:pt>
    <dgm:pt modelId="{01A81616-4825-4019-8C53-29785E71D079}" type="sibTrans" cxnId="{EB674E54-192D-447C-84C9-C9E0E9A81168}">
      <dgm:prSet/>
      <dgm:spPr/>
      <dgm:t>
        <a:bodyPr/>
        <a:lstStyle/>
        <a:p>
          <a:endParaRPr lang="es-CO"/>
        </a:p>
      </dgm:t>
    </dgm:pt>
    <dgm:pt modelId="{4FBBE22A-8A97-47AD-A5C0-DA02EBC25832}">
      <dgm:prSet phldrT="[Texto]"/>
      <dgm:spPr/>
      <dgm:t>
        <a:bodyPr/>
        <a:lstStyle/>
        <a:p>
          <a:r>
            <a:rPr lang="es-MX" dirty="0"/>
            <a:t>Accesos</a:t>
          </a:r>
          <a:endParaRPr lang="es-CO" dirty="0"/>
        </a:p>
      </dgm:t>
    </dgm:pt>
    <dgm:pt modelId="{9AB45F11-A598-4C4C-B588-7F8DDCE96915}" type="parTrans" cxnId="{FC6F021D-4ACD-446A-B613-6FBAF24C6BCD}">
      <dgm:prSet/>
      <dgm:spPr/>
      <dgm:t>
        <a:bodyPr/>
        <a:lstStyle/>
        <a:p>
          <a:endParaRPr lang="es-CO"/>
        </a:p>
      </dgm:t>
    </dgm:pt>
    <dgm:pt modelId="{630D6872-B7BE-4C0F-8FFB-A73D8D1BD58E}" type="sibTrans" cxnId="{FC6F021D-4ACD-446A-B613-6FBAF24C6BCD}">
      <dgm:prSet/>
      <dgm:spPr/>
      <dgm:t>
        <a:bodyPr/>
        <a:lstStyle/>
        <a:p>
          <a:endParaRPr lang="es-CO"/>
        </a:p>
      </dgm:t>
    </dgm:pt>
    <dgm:pt modelId="{9ED704C9-9183-4DE0-B9BF-CBECE40716BC}">
      <dgm:prSet phldrT="[Texto]"/>
      <dgm:spPr/>
      <dgm:t>
        <a:bodyPr/>
        <a:lstStyle/>
        <a:p>
          <a:r>
            <a:rPr lang="es-MX" dirty="0"/>
            <a:t>Permisos</a:t>
          </a:r>
          <a:endParaRPr lang="es-CO" dirty="0"/>
        </a:p>
      </dgm:t>
    </dgm:pt>
    <dgm:pt modelId="{75A2F94E-55F4-4223-9327-C067B6BE9FFC}" type="parTrans" cxnId="{4C9F58E6-EFAC-4045-AADB-E126A89AF926}">
      <dgm:prSet/>
      <dgm:spPr/>
      <dgm:t>
        <a:bodyPr/>
        <a:lstStyle/>
        <a:p>
          <a:endParaRPr lang="es-CO"/>
        </a:p>
      </dgm:t>
    </dgm:pt>
    <dgm:pt modelId="{CC044B9C-B2A8-4DD5-BDF3-B7078DE4875A}" type="sibTrans" cxnId="{4C9F58E6-EFAC-4045-AADB-E126A89AF926}">
      <dgm:prSet/>
      <dgm:spPr/>
      <dgm:t>
        <a:bodyPr/>
        <a:lstStyle/>
        <a:p>
          <a:endParaRPr lang="es-CO"/>
        </a:p>
      </dgm:t>
    </dgm:pt>
    <dgm:pt modelId="{3FD1B55E-1BB3-4041-BBB0-1876C69831F1}">
      <dgm:prSet phldrT="[Texto]"/>
      <dgm:spPr/>
      <dgm:t>
        <a:bodyPr/>
        <a:lstStyle/>
        <a:p>
          <a:r>
            <a:rPr lang="es-MX" dirty="0"/>
            <a:t>Cifrado</a:t>
          </a:r>
          <a:endParaRPr lang="es-CO" dirty="0"/>
        </a:p>
      </dgm:t>
    </dgm:pt>
    <dgm:pt modelId="{6AC03C77-6505-4BB5-B496-8188F6234DAC}" type="parTrans" cxnId="{F7D84B50-45C9-4476-A20A-E10860DECA20}">
      <dgm:prSet/>
      <dgm:spPr/>
      <dgm:t>
        <a:bodyPr/>
        <a:lstStyle/>
        <a:p>
          <a:endParaRPr lang="es-CO"/>
        </a:p>
      </dgm:t>
    </dgm:pt>
    <dgm:pt modelId="{160B3EAF-B163-4AF6-8B3C-2ED5038E27D9}" type="sibTrans" cxnId="{F7D84B50-45C9-4476-A20A-E10860DECA20}">
      <dgm:prSet/>
      <dgm:spPr/>
      <dgm:t>
        <a:bodyPr/>
        <a:lstStyle/>
        <a:p>
          <a:endParaRPr lang="es-CO"/>
        </a:p>
      </dgm:t>
    </dgm:pt>
    <dgm:pt modelId="{E5A20444-FA79-4055-BD04-0CF2FBF6B378}">
      <dgm:prSet phldrT="[Texto]"/>
      <dgm:spPr/>
      <dgm:t>
        <a:bodyPr/>
        <a:lstStyle/>
        <a:p>
          <a:r>
            <a:rPr lang="es-MX" dirty="0"/>
            <a:t>Integridad de Entidad</a:t>
          </a:r>
          <a:endParaRPr lang="es-CO" dirty="0"/>
        </a:p>
      </dgm:t>
    </dgm:pt>
    <dgm:pt modelId="{DED84E5F-8E3E-4D3A-A39E-ADCA76B79D68}" type="parTrans" cxnId="{5088B525-E5E6-4735-9D3E-741D737526A2}">
      <dgm:prSet/>
      <dgm:spPr/>
      <dgm:t>
        <a:bodyPr/>
        <a:lstStyle/>
        <a:p>
          <a:endParaRPr lang="es-CO"/>
        </a:p>
      </dgm:t>
    </dgm:pt>
    <dgm:pt modelId="{C330EC09-93F4-4F16-9700-74AC3ED103C0}" type="sibTrans" cxnId="{5088B525-E5E6-4735-9D3E-741D737526A2}">
      <dgm:prSet/>
      <dgm:spPr/>
      <dgm:t>
        <a:bodyPr/>
        <a:lstStyle/>
        <a:p>
          <a:endParaRPr lang="es-CO"/>
        </a:p>
      </dgm:t>
    </dgm:pt>
    <dgm:pt modelId="{3702CADF-611C-4A4C-A4F7-D68F16222CF6}">
      <dgm:prSet phldrT="[Texto]"/>
      <dgm:spPr/>
      <dgm:t>
        <a:bodyPr/>
        <a:lstStyle/>
        <a:p>
          <a:r>
            <a:rPr lang="es-MX" dirty="0"/>
            <a:t>Integridad referencial</a:t>
          </a:r>
          <a:endParaRPr lang="es-CO" dirty="0"/>
        </a:p>
      </dgm:t>
    </dgm:pt>
    <dgm:pt modelId="{A908E7FD-3F27-471B-83A8-3C42D88A5D79}" type="parTrans" cxnId="{38297EE9-DD3F-48A8-AA76-C1083CDCE672}">
      <dgm:prSet/>
      <dgm:spPr/>
      <dgm:t>
        <a:bodyPr/>
        <a:lstStyle/>
        <a:p>
          <a:endParaRPr lang="es-CO"/>
        </a:p>
      </dgm:t>
    </dgm:pt>
    <dgm:pt modelId="{826D82C7-D833-4A96-ACD3-18AF36029B0B}" type="sibTrans" cxnId="{38297EE9-DD3F-48A8-AA76-C1083CDCE672}">
      <dgm:prSet/>
      <dgm:spPr/>
      <dgm:t>
        <a:bodyPr/>
        <a:lstStyle/>
        <a:p>
          <a:endParaRPr lang="es-CO"/>
        </a:p>
      </dgm:t>
    </dgm:pt>
    <dgm:pt modelId="{5434FA33-B585-43E1-9FA2-4DE9F2B634DD}">
      <dgm:prSet phldrT="[Texto]"/>
      <dgm:spPr/>
      <dgm:t>
        <a:bodyPr/>
        <a:lstStyle/>
        <a:p>
          <a:r>
            <a:rPr lang="es-MX" dirty="0"/>
            <a:t>Optimización</a:t>
          </a:r>
          <a:endParaRPr lang="es-CO" dirty="0"/>
        </a:p>
      </dgm:t>
    </dgm:pt>
    <dgm:pt modelId="{91864E07-5C32-46C2-8D7F-2753D9870B76}" type="parTrans" cxnId="{8FCE60CA-3BA4-482F-8927-AD008DA84E84}">
      <dgm:prSet/>
      <dgm:spPr/>
      <dgm:t>
        <a:bodyPr/>
        <a:lstStyle/>
        <a:p>
          <a:endParaRPr lang="es-CO"/>
        </a:p>
      </dgm:t>
    </dgm:pt>
    <dgm:pt modelId="{03EF517E-AFAF-4A8C-94C5-92607AD7D0C2}" type="sibTrans" cxnId="{8FCE60CA-3BA4-482F-8927-AD008DA84E84}">
      <dgm:prSet/>
      <dgm:spPr/>
      <dgm:t>
        <a:bodyPr/>
        <a:lstStyle/>
        <a:p>
          <a:endParaRPr lang="es-CO"/>
        </a:p>
      </dgm:t>
    </dgm:pt>
    <dgm:pt modelId="{92207626-2C29-4ADD-A926-495AD57A3143}">
      <dgm:prSet phldrT="[Texto]"/>
      <dgm:spPr/>
      <dgm:t>
        <a:bodyPr/>
        <a:lstStyle/>
        <a:p>
          <a:r>
            <a:rPr lang="es-MX" dirty="0"/>
            <a:t>Escalabilidad</a:t>
          </a:r>
          <a:endParaRPr lang="es-CO" dirty="0"/>
        </a:p>
      </dgm:t>
    </dgm:pt>
    <dgm:pt modelId="{125C062C-CB86-48AB-9E4C-AB2D854D45CD}" type="parTrans" cxnId="{4DB47367-7E58-4197-9FF1-D33ACD04C3B7}">
      <dgm:prSet/>
      <dgm:spPr/>
      <dgm:t>
        <a:bodyPr/>
        <a:lstStyle/>
        <a:p>
          <a:endParaRPr lang="es-CO"/>
        </a:p>
      </dgm:t>
    </dgm:pt>
    <dgm:pt modelId="{F0DC3F97-FCD0-4478-B26E-D4A286202C50}" type="sibTrans" cxnId="{4DB47367-7E58-4197-9FF1-D33ACD04C3B7}">
      <dgm:prSet/>
      <dgm:spPr/>
      <dgm:t>
        <a:bodyPr/>
        <a:lstStyle/>
        <a:p>
          <a:endParaRPr lang="es-CO"/>
        </a:p>
      </dgm:t>
    </dgm:pt>
    <dgm:pt modelId="{000456DA-F00C-4F9D-8C60-6E7660B2768B}">
      <dgm:prSet phldrT="[Texto]"/>
      <dgm:spPr/>
      <dgm:t>
        <a:bodyPr/>
        <a:lstStyle/>
        <a:p>
          <a:r>
            <a:rPr lang="es-MX" dirty="0"/>
            <a:t>Tiempos de respuesta</a:t>
          </a:r>
          <a:endParaRPr lang="es-CO" dirty="0"/>
        </a:p>
      </dgm:t>
    </dgm:pt>
    <dgm:pt modelId="{9DB375C3-EB83-4A48-BF84-E7A09D1D7865}" type="parTrans" cxnId="{195B5B98-5B53-4527-B70C-6E65413E851A}">
      <dgm:prSet/>
      <dgm:spPr/>
      <dgm:t>
        <a:bodyPr/>
        <a:lstStyle/>
        <a:p>
          <a:endParaRPr lang="es-CO"/>
        </a:p>
      </dgm:t>
    </dgm:pt>
    <dgm:pt modelId="{93056FD5-7635-4E28-973F-818B14CFC54B}" type="sibTrans" cxnId="{195B5B98-5B53-4527-B70C-6E65413E851A}">
      <dgm:prSet/>
      <dgm:spPr/>
      <dgm:t>
        <a:bodyPr/>
        <a:lstStyle/>
        <a:p>
          <a:endParaRPr lang="es-CO"/>
        </a:p>
      </dgm:t>
    </dgm:pt>
    <dgm:pt modelId="{0C45C739-FD3A-4DC9-A8ED-96AD44B8A65E}" type="pres">
      <dgm:prSet presAssocID="{74E4729F-BCE1-40AF-928D-51487E09D83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DA4C8A9-054E-4C36-9AD6-E3EB14BF20E2}" type="pres">
      <dgm:prSet presAssocID="{F262FDC2-8ECE-49A5-AD75-42A31E5405FE}" presName="hierRoot1" presStyleCnt="0">
        <dgm:presLayoutVars>
          <dgm:hierBranch val="init"/>
        </dgm:presLayoutVars>
      </dgm:prSet>
      <dgm:spPr/>
    </dgm:pt>
    <dgm:pt modelId="{07BB4213-5DA6-4B8B-BC81-C1AD31A96AD2}" type="pres">
      <dgm:prSet presAssocID="{F262FDC2-8ECE-49A5-AD75-42A31E5405FE}" presName="rootComposite1" presStyleCnt="0"/>
      <dgm:spPr/>
    </dgm:pt>
    <dgm:pt modelId="{FDA5F314-4B32-4B43-8183-6F0DF0980B58}" type="pres">
      <dgm:prSet presAssocID="{F262FDC2-8ECE-49A5-AD75-42A31E5405FE}" presName="rootText1" presStyleLbl="node0" presStyleIdx="0" presStyleCnt="1" custScaleX="402571">
        <dgm:presLayoutVars>
          <dgm:chPref val="3"/>
        </dgm:presLayoutVars>
      </dgm:prSet>
      <dgm:spPr/>
    </dgm:pt>
    <dgm:pt modelId="{6FCA4C54-A7C8-40DB-A184-0BDDF211F97A}" type="pres">
      <dgm:prSet presAssocID="{F262FDC2-8ECE-49A5-AD75-42A31E5405FE}" presName="rootConnector1" presStyleLbl="node1" presStyleIdx="0" presStyleCnt="0"/>
      <dgm:spPr/>
    </dgm:pt>
    <dgm:pt modelId="{7CC39CCD-6B90-4F5C-B085-B4ED7555C6A8}" type="pres">
      <dgm:prSet presAssocID="{F262FDC2-8ECE-49A5-AD75-42A31E5405FE}" presName="hierChild2" presStyleCnt="0"/>
      <dgm:spPr/>
    </dgm:pt>
    <dgm:pt modelId="{A0949E47-E3FE-4DCA-A150-E44FB9876CAA}" type="pres">
      <dgm:prSet presAssocID="{2672E1CB-E736-498C-A556-6D63ED172545}" presName="Name37" presStyleLbl="parChTrans1D2" presStyleIdx="0" presStyleCnt="7"/>
      <dgm:spPr/>
    </dgm:pt>
    <dgm:pt modelId="{326C13C4-2EC7-4CEC-976F-AA18CC3F10B3}" type="pres">
      <dgm:prSet presAssocID="{0E7D951F-7156-41D0-BF82-8530D140D809}" presName="hierRoot2" presStyleCnt="0">
        <dgm:presLayoutVars>
          <dgm:hierBranch val="init"/>
        </dgm:presLayoutVars>
      </dgm:prSet>
      <dgm:spPr/>
    </dgm:pt>
    <dgm:pt modelId="{39932FA6-5FD8-48EE-AD69-E3548D7F7268}" type="pres">
      <dgm:prSet presAssocID="{0E7D951F-7156-41D0-BF82-8530D140D809}" presName="rootComposite" presStyleCnt="0"/>
      <dgm:spPr/>
    </dgm:pt>
    <dgm:pt modelId="{5963BADC-6F88-4AB1-AAC8-627BACE0DEF4}" type="pres">
      <dgm:prSet presAssocID="{0E7D951F-7156-41D0-BF82-8530D140D809}" presName="rootText" presStyleLbl="node2" presStyleIdx="0" presStyleCnt="7">
        <dgm:presLayoutVars>
          <dgm:chPref val="3"/>
        </dgm:presLayoutVars>
      </dgm:prSet>
      <dgm:spPr/>
    </dgm:pt>
    <dgm:pt modelId="{59A4F14A-3A99-434A-A7D8-7FD127E2A811}" type="pres">
      <dgm:prSet presAssocID="{0E7D951F-7156-41D0-BF82-8530D140D809}" presName="rootConnector" presStyleLbl="node2" presStyleIdx="0" presStyleCnt="7"/>
      <dgm:spPr/>
    </dgm:pt>
    <dgm:pt modelId="{3A1CAD89-9166-46A3-88C9-A64A6D2840AA}" type="pres">
      <dgm:prSet presAssocID="{0E7D951F-7156-41D0-BF82-8530D140D809}" presName="hierChild4" presStyleCnt="0"/>
      <dgm:spPr/>
    </dgm:pt>
    <dgm:pt modelId="{93132438-48EF-4BF3-B099-7AFEE92C0C13}" type="pres">
      <dgm:prSet presAssocID="{6A167856-EC84-4D44-8F83-4451AE44564B}" presName="Name37" presStyleLbl="parChTrans1D3" presStyleIdx="0" presStyleCnt="29"/>
      <dgm:spPr/>
    </dgm:pt>
    <dgm:pt modelId="{84FD28AD-6E32-4432-AEBF-20C49658669C}" type="pres">
      <dgm:prSet presAssocID="{1A774586-418C-4620-84E4-18E6EB86A7D6}" presName="hierRoot2" presStyleCnt="0">
        <dgm:presLayoutVars>
          <dgm:hierBranch val="init"/>
        </dgm:presLayoutVars>
      </dgm:prSet>
      <dgm:spPr/>
    </dgm:pt>
    <dgm:pt modelId="{68B01BD5-9613-4986-B7B3-3A7329865D11}" type="pres">
      <dgm:prSet presAssocID="{1A774586-418C-4620-84E4-18E6EB86A7D6}" presName="rootComposite" presStyleCnt="0"/>
      <dgm:spPr/>
    </dgm:pt>
    <dgm:pt modelId="{0D32391A-0685-41A6-BCC6-3AD02A2F4717}" type="pres">
      <dgm:prSet presAssocID="{1A774586-418C-4620-84E4-18E6EB86A7D6}" presName="rootText" presStyleLbl="node3" presStyleIdx="0" presStyleCnt="29">
        <dgm:presLayoutVars>
          <dgm:chPref val="3"/>
        </dgm:presLayoutVars>
      </dgm:prSet>
      <dgm:spPr/>
    </dgm:pt>
    <dgm:pt modelId="{69F76531-5D49-4B5C-8286-AE6A1FE8788B}" type="pres">
      <dgm:prSet presAssocID="{1A774586-418C-4620-84E4-18E6EB86A7D6}" presName="rootConnector" presStyleLbl="node3" presStyleIdx="0" presStyleCnt="29"/>
      <dgm:spPr/>
    </dgm:pt>
    <dgm:pt modelId="{83AFE0A3-5D61-4AD9-820D-94D040F462D3}" type="pres">
      <dgm:prSet presAssocID="{1A774586-418C-4620-84E4-18E6EB86A7D6}" presName="hierChild4" presStyleCnt="0"/>
      <dgm:spPr/>
    </dgm:pt>
    <dgm:pt modelId="{E637D63E-F3F0-4041-9328-6547A39B8E8A}" type="pres">
      <dgm:prSet presAssocID="{1A774586-418C-4620-84E4-18E6EB86A7D6}" presName="hierChild5" presStyleCnt="0"/>
      <dgm:spPr/>
    </dgm:pt>
    <dgm:pt modelId="{7BD5D943-6788-4CC3-BA27-CCCB85BF6BD5}" type="pres">
      <dgm:prSet presAssocID="{CB6CF9A7-FD34-4553-910D-19DE37BD604E}" presName="Name37" presStyleLbl="parChTrans1D3" presStyleIdx="1" presStyleCnt="29"/>
      <dgm:spPr/>
    </dgm:pt>
    <dgm:pt modelId="{3E007460-EC7E-4261-98BA-28E5CE68E2B8}" type="pres">
      <dgm:prSet presAssocID="{F5206EDC-F3D2-47AD-9B02-534ABAAE9E0B}" presName="hierRoot2" presStyleCnt="0">
        <dgm:presLayoutVars>
          <dgm:hierBranch val="init"/>
        </dgm:presLayoutVars>
      </dgm:prSet>
      <dgm:spPr/>
    </dgm:pt>
    <dgm:pt modelId="{73EC9224-A3D2-40AC-A863-8FD5B8E62740}" type="pres">
      <dgm:prSet presAssocID="{F5206EDC-F3D2-47AD-9B02-534ABAAE9E0B}" presName="rootComposite" presStyleCnt="0"/>
      <dgm:spPr/>
    </dgm:pt>
    <dgm:pt modelId="{74B1FCC8-27B0-4D6D-B121-E150790439A1}" type="pres">
      <dgm:prSet presAssocID="{F5206EDC-F3D2-47AD-9B02-534ABAAE9E0B}" presName="rootText" presStyleLbl="node3" presStyleIdx="1" presStyleCnt="29">
        <dgm:presLayoutVars>
          <dgm:chPref val="3"/>
        </dgm:presLayoutVars>
      </dgm:prSet>
      <dgm:spPr/>
    </dgm:pt>
    <dgm:pt modelId="{D00D6125-B634-4437-8BB3-03C081356293}" type="pres">
      <dgm:prSet presAssocID="{F5206EDC-F3D2-47AD-9B02-534ABAAE9E0B}" presName="rootConnector" presStyleLbl="node3" presStyleIdx="1" presStyleCnt="29"/>
      <dgm:spPr/>
    </dgm:pt>
    <dgm:pt modelId="{47036D53-01DB-4474-BB4D-B8FDC84CB170}" type="pres">
      <dgm:prSet presAssocID="{F5206EDC-F3D2-47AD-9B02-534ABAAE9E0B}" presName="hierChild4" presStyleCnt="0"/>
      <dgm:spPr/>
    </dgm:pt>
    <dgm:pt modelId="{23E3E671-5437-491D-A195-7360911F2B66}" type="pres">
      <dgm:prSet presAssocID="{F5206EDC-F3D2-47AD-9B02-534ABAAE9E0B}" presName="hierChild5" presStyleCnt="0"/>
      <dgm:spPr/>
    </dgm:pt>
    <dgm:pt modelId="{7C16BE99-24E2-41DA-B6D9-F5ADCFC303DC}" type="pres">
      <dgm:prSet presAssocID="{78EC3EC5-F8D8-40D7-B75F-938E6D0314A4}" presName="Name37" presStyleLbl="parChTrans1D3" presStyleIdx="2" presStyleCnt="29"/>
      <dgm:spPr/>
    </dgm:pt>
    <dgm:pt modelId="{EB6D3456-46BA-493B-B069-6AF6938F38AE}" type="pres">
      <dgm:prSet presAssocID="{79A15AF5-F728-41C6-BB5E-CDB832C0759A}" presName="hierRoot2" presStyleCnt="0">
        <dgm:presLayoutVars>
          <dgm:hierBranch val="init"/>
        </dgm:presLayoutVars>
      </dgm:prSet>
      <dgm:spPr/>
    </dgm:pt>
    <dgm:pt modelId="{430EA53B-4376-4646-8619-9FAC4D14A7F8}" type="pres">
      <dgm:prSet presAssocID="{79A15AF5-F728-41C6-BB5E-CDB832C0759A}" presName="rootComposite" presStyleCnt="0"/>
      <dgm:spPr/>
    </dgm:pt>
    <dgm:pt modelId="{079EB92D-45CD-4516-8166-0CE0B725C7E3}" type="pres">
      <dgm:prSet presAssocID="{79A15AF5-F728-41C6-BB5E-CDB832C0759A}" presName="rootText" presStyleLbl="node3" presStyleIdx="2" presStyleCnt="29">
        <dgm:presLayoutVars>
          <dgm:chPref val="3"/>
        </dgm:presLayoutVars>
      </dgm:prSet>
      <dgm:spPr/>
    </dgm:pt>
    <dgm:pt modelId="{734D5F4C-6095-4A3F-93F3-B33F8651B570}" type="pres">
      <dgm:prSet presAssocID="{79A15AF5-F728-41C6-BB5E-CDB832C0759A}" presName="rootConnector" presStyleLbl="node3" presStyleIdx="2" presStyleCnt="29"/>
      <dgm:spPr/>
    </dgm:pt>
    <dgm:pt modelId="{36280976-B58D-4A16-964E-0AFA2428EECE}" type="pres">
      <dgm:prSet presAssocID="{79A15AF5-F728-41C6-BB5E-CDB832C0759A}" presName="hierChild4" presStyleCnt="0"/>
      <dgm:spPr/>
    </dgm:pt>
    <dgm:pt modelId="{A87579EC-6EEF-421E-9D40-F8A18D290E58}" type="pres">
      <dgm:prSet presAssocID="{79A15AF5-F728-41C6-BB5E-CDB832C0759A}" presName="hierChild5" presStyleCnt="0"/>
      <dgm:spPr/>
    </dgm:pt>
    <dgm:pt modelId="{0087F21C-B2BF-4EF8-B0FC-229884FB4A70}" type="pres">
      <dgm:prSet presAssocID="{29DC80B4-4858-4CFE-84CA-9D7EEE496E30}" presName="Name37" presStyleLbl="parChTrans1D3" presStyleIdx="3" presStyleCnt="29"/>
      <dgm:spPr/>
    </dgm:pt>
    <dgm:pt modelId="{82893070-6781-4491-B9AE-508C1F323319}" type="pres">
      <dgm:prSet presAssocID="{15EC0A71-08AC-4398-8154-95ACEB1FB77D}" presName="hierRoot2" presStyleCnt="0">
        <dgm:presLayoutVars>
          <dgm:hierBranch val="init"/>
        </dgm:presLayoutVars>
      </dgm:prSet>
      <dgm:spPr/>
    </dgm:pt>
    <dgm:pt modelId="{D2FD0CA2-B48A-4443-8235-BD6A56679D68}" type="pres">
      <dgm:prSet presAssocID="{15EC0A71-08AC-4398-8154-95ACEB1FB77D}" presName="rootComposite" presStyleCnt="0"/>
      <dgm:spPr/>
    </dgm:pt>
    <dgm:pt modelId="{0B204A35-B22A-4031-B0A8-D245AE556378}" type="pres">
      <dgm:prSet presAssocID="{15EC0A71-08AC-4398-8154-95ACEB1FB77D}" presName="rootText" presStyleLbl="node3" presStyleIdx="3" presStyleCnt="29">
        <dgm:presLayoutVars>
          <dgm:chPref val="3"/>
        </dgm:presLayoutVars>
      </dgm:prSet>
      <dgm:spPr/>
    </dgm:pt>
    <dgm:pt modelId="{7EEAFE8F-C6BF-4E67-8ADF-6B6520D70BF1}" type="pres">
      <dgm:prSet presAssocID="{15EC0A71-08AC-4398-8154-95ACEB1FB77D}" presName="rootConnector" presStyleLbl="node3" presStyleIdx="3" presStyleCnt="29"/>
      <dgm:spPr/>
    </dgm:pt>
    <dgm:pt modelId="{188C7943-0B45-4C6F-91B6-6EAF9998C87A}" type="pres">
      <dgm:prSet presAssocID="{15EC0A71-08AC-4398-8154-95ACEB1FB77D}" presName="hierChild4" presStyleCnt="0"/>
      <dgm:spPr/>
    </dgm:pt>
    <dgm:pt modelId="{550EFE1D-6D83-419E-AF9D-26BD5F7B5635}" type="pres">
      <dgm:prSet presAssocID="{15EC0A71-08AC-4398-8154-95ACEB1FB77D}" presName="hierChild5" presStyleCnt="0"/>
      <dgm:spPr/>
    </dgm:pt>
    <dgm:pt modelId="{3F29C1EF-EF59-4C64-97B8-EEBB1A338629}" type="pres">
      <dgm:prSet presAssocID="{0E7D951F-7156-41D0-BF82-8530D140D809}" presName="hierChild5" presStyleCnt="0"/>
      <dgm:spPr/>
    </dgm:pt>
    <dgm:pt modelId="{9CF32AB8-EC46-4970-9F79-C3CFB85507F9}" type="pres">
      <dgm:prSet presAssocID="{B017F258-A347-4874-9F79-45F7C2E17102}" presName="Name37" presStyleLbl="parChTrans1D2" presStyleIdx="1" presStyleCnt="7"/>
      <dgm:spPr/>
    </dgm:pt>
    <dgm:pt modelId="{04379CFA-B6BB-4A5B-8EF2-5E88E5727077}" type="pres">
      <dgm:prSet presAssocID="{C703F7BC-B9B5-4B91-9C96-9C1644303154}" presName="hierRoot2" presStyleCnt="0">
        <dgm:presLayoutVars>
          <dgm:hierBranch val="init"/>
        </dgm:presLayoutVars>
      </dgm:prSet>
      <dgm:spPr/>
    </dgm:pt>
    <dgm:pt modelId="{A1D02CCD-08E5-4415-ADDB-C534C4BBB165}" type="pres">
      <dgm:prSet presAssocID="{C703F7BC-B9B5-4B91-9C96-9C1644303154}" presName="rootComposite" presStyleCnt="0"/>
      <dgm:spPr/>
    </dgm:pt>
    <dgm:pt modelId="{4D8A9394-20CF-402E-875A-E11DD9853130}" type="pres">
      <dgm:prSet presAssocID="{C703F7BC-B9B5-4B91-9C96-9C1644303154}" presName="rootText" presStyleLbl="node2" presStyleIdx="1" presStyleCnt="7">
        <dgm:presLayoutVars>
          <dgm:chPref val="3"/>
        </dgm:presLayoutVars>
      </dgm:prSet>
      <dgm:spPr/>
    </dgm:pt>
    <dgm:pt modelId="{011DC6EB-CE87-48EE-80B9-3F1C1C410480}" type="pres">
      <dgm:prSet presAssocID="{C703F7BC-B9B5-4B91-9C96-9C1644303154}" presName="rootConnector" presStyleLbl="node2" presStyleIdx="1" presStyleCnt="7"/>
      <dgm:spPr/>
    </dgm:pt>
    <dgm:pt modelId="{5B251FBC-EFC6-44DE-BE03-3C8686DAB658}" type="pres">
      <dgm:prSet presAssocID="{C703F7BC-B9B5-4B91-9C96-9C1644303154}" presName="hierChild4" presStyleCnt="0"/>
      <dgm:spPr/>
    </dgm:pt>
    <dgm:pt modelId="{829314BD-1D8B-497C-A8FD-7B331E33F0DD}" type="pres">
      <dgm:prSet presAssocID="{4A74FEF7-73A5-4F79-BCC2-130F2040F987}" presName="Name37" presStyleLbl="parChTrans1D3" presStyleIdx="4" presStyleCnt="29"/>
      <dgm:spPr/>
    </dgm:pt>
    <dgm:pt modelId="{AB664F2B-C199-4E80-ABB3-7CEFCADCE995}" type="pres">
      <dgm:prSet presAssocID="{3CA8780E-D2BA-4134-AECE-2C7753B256E3}" presName="hierRoot2" presStyleCnt="0">
        <dgm:presLayoutVars>
          <dgm:hierBranch val="init"/>
        </dgm:presLayoutVars>
      </dgm:prSet>
      <dgm:spPr/>
    </dgm:pt>
    <dgm:pt modelId="{07310ABB-8FA5-4499-83AA-5E2A542759DF}" type="pres">
      <dgm:prSet presAssocID="{3CA8780E-D2BA-4134-AECE-2C7753B256E3}" presName="rootComposite" presStyleCnt="0"/>
      <dgm:spPr/>
    </dgm:pt>
    <dgm:pt modelId="{A059B3B5-1DE8-4EF1-A5DC-FCAA59E36216}" type="pres">
      <dgm:prSet presAssocID="{3CA8780E-D2BA-4134-AECE-2C7753B256E3}" presName="rootText" presStyleLbl="node3" presStyleIdx="4" presStyleCnt="29">
        <dgm:presLayoutVars>
          <dgm:chPref val="3"/>
        </dgm:presLayoutVars>
      </dgm:prSet>
      <dgm:spPr/>
    </dgm:pt>
    <dgm:pt modelId="{1632EB43-64C8-46A3-8594-C07844A15E72}" type="pres">
      <dgm:prSet presAssocID="{3CA8780E-D2BA-4134-AECE-2C7753B256E3}" presName="rootConnector" presStyleLbl="node3" presStyleIdx="4" presStyleCnt="29"/>
      <dgm:spPr/>
    </dgm:pt>
    <dgm:pt modelId="{2BA0DD51-4B35-4F70-95B1-CE865791A04D}" type="pres">
      <dgm:prSet presAssocID="{3CA8780E-D2BA-4134-AECE-2C7753B256E3}" presName="hierChild4" presStyleCnt="0"/>
      <dgm:spPr/>
    </dgm:pt>
    <dgm:pt modelId="{01F1F0A3-6F4A-413C-A6BF-91A8F10843E6}" type="pres">
      <dgm:prSet presAssocID="{3CA8780E-D2BA-4134-AECE-2C7753B256E3}" presName="hierChild5" presStyleCnt="0"/>
      <dgm:spPr/>
    </dgm:pt>
    <dgm:pt modelId="{8E40ECA7-F35B-429B-A7D6-04453C576B45}" type="pres">
      <dgm:prSet presAssocID="{098FBF9F-B4AA-4039-99EE-BAF7AE4404DA}" presName="Name37" presStyleLbl="parChTrans1D3" presStyleIdx="5" presStyleCnt="29"/>
      <dgm:spPr/>
    </dgm:pt>
    <dgm:pt modelId="{A20EFB27-D69D-4B9A-8F3D-EEA526D99C12}" type="pres">
      <dgm:prSet presAssocID="{DC3776FB-1E76-4614-91C0-03F0D2DA32E7}" presName="hierRoot2" presStyleCnt="0">
        <dgm:presLayoutVars>
          <dgm:hierBranch val="init"/>
        </dgm:presLayoutVars>
      </dgm:prSet>
      <dgm:spPr/>
    </dgm:pt>
    <dgm:pt modelId="{2AFA4DAE-61EF-4A5A-AEA0-510BAA7C896D}" type="pres">
      <dgm:prSet presAssocID="{DC3776FB-1E76-4614-91C0-03F0D2DA32E7}" presName="rootComposite" presStyleCnt="0"/>
      <dgm:spPr/>
    </dgm:pt>
    <dgm:pt modelId="{7B38D852-8C22-41B0-9A7F-F63D12366746}" type="pres">
      <dgm:prSet presAssocID="{DC3776FB-1E76-4614-91C0-03F0D2DA32E7}" presName="rootText" presStyleLbl="node3" presStyleIdx="5" presStyleCnt="29">
        <dgm:presLayoutVars>
          <dgm:chPref val="3"/>
        </dgm:presLayoutVars>
      </dgm:prSet>
      <dgm:spPr/>
    </dgm:pt>
    <dgm:pt modelId="{0FF09C69-AD2F-4332-A3B6-573EFD2FB08E}" type="pres">
      <dgm:prSet presAssocID="{DC3776FB-1E76-4614-91C0-03F0D2DA32E7}" presName="rootConnector" presStyleLbl="node3" presStyleIdx="5" presStyleCnt="29"/>
      <dgm:spPr/>
    </dgm:pt>
    <dgm:pt modelId="{6D9C5900-FAE8-4ABC-83C7-C277C76FEF06}" type="pres">
      <dgm:prSet presAssocID="{DC3776FB-1E76-4614-91C0-03F0D2DA32E7}" presName="hierChild4" presStyleCnt="0"/>
      <dgm:spPr/>
    </dgm:pt>
    <dgm:pt modelId="{61929D34-CE63-4C7A-85AC-2C10E07CD555}" type="pres">
      <dgm:prSet presAssocID="{DC3776FB-1E76-4614-91C0-03F0D2DA32E7}" presName="hierChild5" presStyleCnt="0"/>
      <dgm:spPr/>
    </dgm:pt>
    <dgm:pt modelId="{FA77FDFC-F939-4923-AA7E-AB7B6B8D35F7}" type="pres">
      <dgm:prSet presAssocID="{71355EAD-94A0-419A-A4C8-2A26FC2F904B}" presName="Name37" presStyleLbl="parChTrans1D3" presStyleIdx="6" presStyleCnt="29"/>
      <dgm:spPr/>
    </dgm:pt>
    <dgm:pt modelId="{64BA94F5-FA51-45B4-9FF3-4EC2BDAD6683}" type="pres">
      <dgm:prSet presAssocID="{6977288A-370B-41D1-98DA-2E9E45E9CB9B}" presName="hierRoot2" presStyleCnt="0">
        <dgm:presLayoutVars>
          <dgm:hierBranch val="init"/>
        </dgm:presLayoutVars>
      </dgm:prSet>
      <dgm:spPr/>
    </dgm:pt>
    <dgm:pt modelId="{EE0205F8-EE7A-4F06-9F5B-601BB15417CC}" type="pres">
      <dgm:prSet presAssocID="{6977288A-370B-41D1-98DA-2E9E45E9CB9B}" presName="rootComposite" presStyleCnt="0"/>
      <dgm:spPr/>
    </dgm:pt>
    <dgm:pt modelId="{09EA6344-1A2E-40C6-B7D9-DC19FC3F5415}" type="pres">
      <dgm:prSet presAssocID="{6977288A-370B-41D1-98DA-2E9E45E9CB9B}" presName="rootText" presStyleLbl="node3" presStyleIdx="6" presStyleCnt="29">
        <dgm:presLayoutVars>
          <dgm:chPref val="3"/>
        </dgm:presLayoutVars>
      </dgm:prSet>
      <dgm:spPr/>
    </dgm:pt>
    <dgm:pt modelId="{EF207E90-4631-4DBA-A58E-28E5BF601D47}" type="pres">
      <dgm:prSet presAssocID="{6977288A-370B-41D1-98DA-2E9E45E9CB9B}" presName="rootConnector" presStyleLbl="node3" presStyleIdx="6" presStyleCnt="29"/>
      <dgm:spPr/>
    </dgm:pt>
    <dgm:pt modelId="{51E6C8CA-0FF1-472C-8C38-BBB45AF2951C}" type="pres">
      <dgm:prSet presAssocID="{6977288A-370B-41D1-98DA-2E9E45E9CB9B}" presName="hierChild4" presStyleCnt="0"/>
      <dgm:spPr/>
    </dgm:pt>
    <dgm:pt modelId="{5B078ADB-E3A2-46A3-8A2B-6CD0923FDBA3}" type="pres">
      <dgm:prSet presAssocID="{6977288A-370B-41D1-98DA-2E9E45E9CB9B}" presName="hierChild5" presStyleCnt="0"/>
      <dgm:spPr/>
    </dgm:pt>
    <dgm:pt modelId="{05F27DFD-FA57-417E-89E7-C8BAF13AB9E2}" type="pres">
      <dgm:prSet presAssocID="{B0CBE730-553E-4ED3-A5AC-34AB02E7BF89}" presName="Name37" presStyleLbl="parChTrans1D3" presStyleIdx="7" presStyleCnt="29"/>
      <dgm:spPr/>
    </dgm:pt>
    <dgm:pt modelId="{4B79B972-8B7F-40B6-912E-A017C931F36A}" type="pres">
      <dgm:prSet presAssocID="{0C01BDCD-068D-436B-80D6-60CE164582A1}" presName="hierRoot2" presStyleCnt="0">
        <dgm:presLayoutVars>
          <dgm:hierBranch val="init"/>
        </dgm:presLayoutVars>
      </dgm:prSet>
      <dgm:spPr/>
    </dgm:pt>
    <dgm:pt modelId="{51E105CE-A11B-438A-AF57-6B0E79E5D92F}" type="pres">
      <dgm:prSet presAssocID="{0C01BDCD-068D-436B-80D6-60CE164582A1}" presName="rootComposite" presStyleCnt="0"/>
      <dgm:spPr/>
    </dgm:pt>
    <dgm:pt modelId="{BC948AC3-FC74-44C5-AF96-219655E03702}" type="pres">
      <dgm:prSet presAssocID="{0C01BDCD-068D-436B-80D6-60CE164582A1}" presName="rootText" presStyleLbl="node3" presStyleIdx="7" presStyleCnt="29">
        <dgm:presLayoutVars>
          <dgm:chPref val="3"/>
        </dgm:presLayoutVars>
      </dgm:prSet>
      <dgm:spPr/>
    </dgm:pt>
    <dgm:pt modelId="{BDE96194-5F8A-4149-9891-DD0590515462}" type="pres">
      <dgm:prSet presAssocID="{0C01BDCD-068D-436B-80D6-60CE164582A1}" presName="rootConnector" presStyleLbl="node3" presStyleIdx="7" presStyleCnt="29"/>
      <dgm:spPr/>
    </dgm:pt>
    <dgm:pt modelId="{93ACDD2E-9ED1-4A08-A618-77E68C59B59F}" type="pres">
      <dgm:prSet presAssocID="{0C01BDCD-068D-436B-80D6-60CE164582A1}" presName="hierChild4" presStyleCnt="0"/>
      <dgm:spPr/>
    </dgm:pt>
    <dgm:pt modelId="{1331CC3D-3CBA-4EB0-93FE-F85EDB57F1D9}" type="pres">
      <dgm:prSet presAssocID="{0C01BDCD-068D-436B-80D6-60CE164582A1}" presName="hierChild5" presStyleCnt="0"/>
      <dgm:spPr/>
    </dgm:pt>
    <dgm:pt modelId="{F5B90525-ECAB-4902-A310-E77836492343}" type="pres">
      <dgm:prSet presAssocID="{C703F7BC-B9B5-4B91-9C96-9C1644303154}" presName="hierChild5" presStyleCnt="0"/>
      <dgm:spPr/>
    </dgm:pt>
    <dgm:pt modelId="{DB00760A-B54D-4DD9-B47E-035FB9D39BF3}" type="pres">
      <dgm:prSet presAssocID="{1C3BFA65-C7E1-47CF-9E98-72BCBEC6A092}" presName="Name37" presStyleLbl="parChTrans1D2" presStyleIdx="2" presStyleCnt="7"/>
      <dgm:spPr/>
    </dgm:pt>
    <dgm:pt modelId="{035DC960-7E6D-4917-9FE4-0B93F404BF4D}" type="pres">
      <dgm:prSet presAssocID="{340B2AC6-2EDF-4257-81A1-07A60FF193C3}" presName="hierRoot2" presStyleCnt="0">
        <dgm:presLayoutVars>
          <dgm:hierBranch val="init"/>
        </dgm:presLayoutVars>
      </dgm:prSet>
      <dgm:spPr/>
    </dgm:pt>
    <dgm:pt modelId="{4FC42CF2-55F9-4294-A147-6C41CD666076}" type="pres">
      <dgm:prSet presAssocID="{340B2AC6-2EDF-4257-81A1-07A60FF193C3}" presName="rootComposite" presStyleCnt="0"/>
      <dgm:spPr/>
    </dgm:pt>
    <dgm:pt modelId="{53D64B4E-19F8-47DA-99D2-4D5A509FF1AC}" type="pres">
      <dgm:prSet presAssocID="{340B2AC6-2EDF-4257-81A1-07A60FF193C3}" presName="rootText" presStyleLbl="node2" presStyleIdx="2" presStyleCnt="7">
        <dgm:presLayoutVars>
          <dgm:chPref val="3"/>
        </dgm:presLayoutVars>
      </dgm:prSet>
      <dgm:spPr/>
    </dgm:pt>
    <dgm:pt modelId="{2456F970-2E10-4790-9EE6-6A2D3BE43BE0}" type="pres">
      <dgm:prSet presAssocID="{340B2AC6-2EDF-4257-81A1-07A60FF193C3}" presName="rootConnector" presStyleLbl="node2" presStyleIdx="2" presStyleCnt="7"/>
      <dgm:spPr/>
    </dgm:pt>
    <dgm:pt modelId="{EE6FC93C-7EBB-4583-96C3-4D6C552C1324}" type="pres">
      <dgm:prSet presAssocID="{340B2AC6-2EDF-4257-81A1-07A60FF193C3}" presName="hierChild4" presStyleCnt="0"/>
      <dgm:spPr/>
    </dgm:pt>
    <dgm:pt modelId="{0ACFBB80-4401-4E04-8B6D-16BCF4F5419A}" type="pres">
      <dgm:prSet presAssocID="{A4A0F113-CB35-472A-9FE2-7E4BC04330B3}" presName="Name37" presStyleLbl="parChTrans1D3" presStyleIdx="8" presStyleCnt="29"/>
      <dgm:spPr/>
    </dgm:pt>
    <dgm:pt modelId="{CA702F70-E6D4-4F97-A794-9E33B7999CF0}" type="pres">
      <dgm:prSet presAssocID="{76EB1A73-389E-4488-8E7E-53CC88C5FA0C}" presName="hierRoot2" presStyleCnt="0">
        <dgm:presLayoutVars>
          <dgm:hierBranch val="init"/>
        </dgm:presLayoutVars>
      </dgm:prSet>
      <dgm:spPr/>
    </dgm:pt>
    <dgm:pt modelId="{4429F780-E353-47BE-9AA1-9FCCAB80EE14}" type="pres">
      <dgm:prSet presAssocID="{76EB1A73-389E-4488-8E7E-53CC88C5FA0C}" presName="rootComposite" presStyleCnt="0"/>
      <dgm:spPr/>
    </dgm:pt>
    <dgm:pt modelId="{021C4F2F-B610-4686-AF0C-B35018128A22}" type="pres">
      <dgm:prSet presAssocID="{76EB1A73-389E-4488-8E7E-53CC88C5FA0C}" presName="rootText" presStyleLbl="node3" presStyleIdx="8" presStyleCnt="29">
        <dgm:presLayoutVars>
          <dgm:chPref val="3"/>
        </dgm:presLayoutVars>
      </dgm:prSet>
      <dgm:spPr/>
    </dgm:pt>
    <dgm:pt modelId="{4CFD5646-0AE1-4DDB-AE2D-789307E702DE}" type="pres">
      <dgm:prSet presAssocID="{76EB1A73-389E-4488-8E7E-53CC88C5FA0C}" presName="rootConnector" presStyleLbl="node3" presStyleIdx="8" presStyleCnt="29"/>
      <dgm:spPr/>
    </dgm:pt>
    <dgm:pt modelId="{E6A0D5CD-6394-4E63-80F0-3CBB053B2D5E}" type="pres">
      <dgm:prSet presAssocID="{76EB1A73-389E-4488-8E7E-53CC88C5FA0C}" presName="hierChild4" presStyleCnt="0"/>
      <dgm:spPr/>
    </dgm:pt>
    <dgm:pt modelId="{1069ABD8-892C-44B3-8BC7-31624630605B}" type="pres">
      <dgm:prSet presAssocID="{76EB1A73-389E-4488-8E7E-53CC88C5FA0C}" presName="hierChild5" presStyleCnt="0"/>
      <dgm:spPr/>
    </dgm:pt>
    <dgm:pt modelId="{C913D0A5-96AD-442E-8926-32C68E2B2936}" type="pres">
      <dgm:prSet presAssocID="{DA201C8A-978D-485F-B23B-1B44E4018A68}" presName="Name37" presStyleLbl="parChTrans1D3" presStyleIdx="9" presStyleCnt="29"/>
      <dgm:spPr/>
    </dgm:pt>
    <dgm:pt modelId="{549CED5B-28CF-4E08-87AA-DA3F435DD222}" type="pres">
      <dgm:prSet presAssocID="{AAF49E54-49B6-4193-AD73-F6663EDFB507}" presName="hierRoot2" presStyleCnt="0">
        <dgm:presLayoutVars>
          <dgm:hierBranch val="init"/>
        </dgm:presLayoutVars>
      </dgm:prSet>
      <dgm:spPr/>
    </dgm:pt>
    <dgm:pt modelId="{0F71491D-5D1A-4F11-9AB0-FF2DCA8315A8}" type="pres">
      <dgm:prSet presAssocID="{AAF49E54-49B6-4193-AD73-F6663EDFB507}" presName="rootComposite" presStyleCnt="0"/>
      <dgm:spPr/>
    </dgm:pt>
    <dgm:pt modelId="{728E142B-CBD3-44C1-9349-BE713E54F8C9}" type="pres">
      <dgm:prSet presAssocID="{AAF49E54-49B6-4193-AD73-F6663EDFB507}" presName="rootText" presStyleLbl="node3" presStyleIdx="9" presStyleCnt="29">
        <dgm:presLayoutVars>
          <dgm:chPref val="3"/>
        </dgm:presLayoutVars>
      </dgm:prSet>
      <dgm:spPr/>
    </dgm:pt>
    <dgm:pt modelId="{0F5C041F-779E-4913-AD2D-2FA1D1E817F7}" type="pres">
      <dgm:prSet presAssocID="{AAF49E54-49B6-4193-AD73-F6663EDFB507}" presName="rootConnector" presStyleLbl="node3" presStyleIdx="9" presStyleCnt="29"/>
      <dgm:spPr/>
    </dgm:pt>
    <dgm:pt modelId="{3A931127-0ED4-4D0C-ABBF-94EBBB9E606A}" type="pres">
      <dgm:prSet presAssocID="{AAF49E54-49B6-4193-AD73-F6663EDFB507}" presName="hierChild4" presStyleCnt="0"/>
      <dgm:spPr/>
    </dgm:pt>
    <dgm:pt modelId="{F1195D29-A482-4A62-9ABC-CB1EE2D6E4EB}" type="pres">
      <dgm:prSet presAssocID="{AAF49E54-49B6-4193-AD73-F6663EDFB507}" presName="hierChild5" presStyleCnt="0"/>
      <dgm:spPr/>
    </dgm:pt>
    <dgm:pt modelId="{5C67038F-4253-47B8-9D34-8C7AC964262F}" type="pres">
      <dgm:prSet presAssocID="{6C58438F-195D-47D7-A155-176C7810A75B}" presName="Name37" presStyleLbl="parChTrans1D3" presStyleIdx="10" presStyleCnt="29"/>
      <dgm:spPr/>
    </dgm:pt>
    <dgm:pt modelId="{3EB497E7-3418-4485-AA08-0BE9C47E74B6}" type="pres">
      <dgm:prSet presAssocID="{37E50B60-ADE2-45BE-9666-DAC589D7249E}" presName="hierRoot2" presStyleCnt="0">
        <dgm:presLayoutVars>
          <dgm:hierBranch val="init"/>
        </dgm:presLayoutVars>
      </dgm:prSet>
      <dgm:spPr/>
    </dgm:pt>
    <dgm:pt modelId="{B44F93AA-0E1C-4C3A-9617-DB7FDD71BF3D}" type="pres">
      <dgm:prSet presAssocID="{37E50B60-ADE2-45BE-9666-DAC589D7249E}" presName="rootComposite" presStyleCnt="0"/>
      <dgm:spPr/>
    </dgm:pt>
    <dgm:pt modelId="{21A2C209-B39C-4CD6-9E3F-B6E2D13A7383}" type="pres">
      <dgm:prSet presAssocID="{37E50B60-ADE2-45BE-9666-DAC589D7249E}" presName="rootText" presStyleLbl="node3" presStyleIdx="10" presStyleCnt="29">
        <dgm:presLayoutVars>
          <dgm:chPref val="3"/>
        </dgm:presLayoutVars>
      </dgm:prSet>
      <dgm:spPr/>
    </dgm:pt>
    <dgm:pt modelId="{06FBB14A-6EF4-430B-9C39-640BA03FF97F}" type="pres">
      <dgm:prSet presAssocID="{37E50B60-ADE2-45BE-9666-DAC589D7249E}" presName="rootConnector" presStyleLbl="node3" presStyleIdx="10" presStyleCnt="29"/>
      <dgm:spPr/>
    </dgm:pt>
    <dgm:pt modelId="{BEA657F6-129E-4147-BF43-498BAD789DD2}" type="pres">
      <dgm:prSet presAssocID="{37E50B60-ADE2-45BE-9666-DAC589D7249E}" presName="hierChild4" presStyleCnt="0"/>
      <dgm:spPr/>
    </dgm:pt>
    <dgm:pt modelId="{4E994782-E9BE-418B-B8F1-4CB9C8AF773A}" type="pres">
      <dgm:prSet presAssocID="{37E50B60-ADE2-45BE-9666-DAC589D7249E}" presName="hierChild5" presStyleCnt="0"/>
      <dgm:spPr/>
    </dgm:pt>
    <dgm:pt modelId="{C68A3AF4-1AC2-42B1-92F4-F2E2221B210A}" type="pres">
      <dgm:prSet presAssocID="{32597E4F-A682-4332-88FA-206B853AF567}" presName="Name37" presStyleLbl="parChTrans1D3" presStyleIdx="11" presStyleCnt="29"/>
      <dgm:spPr/>
    </dgm:pt>
    <dgm:pt modelId="{CEE9D409-0208-4F3F-AC73-CF43A86BDF7C}" type="pres">
      <dgm:prSet presAssocID="{97C007A4-D929-4386-89D8-A4A9E861AB79}" presName="hierRoot2" presStyleCnt="0">
        <dgm:presLayoutVars>
          <dgm:hierBranch val="init"/>
        </dgm:presLayoutVars>
      </dgm:prSet>
      <dgm:spPr/>
    </dgm:pt>
    <dgm:pt modelId="{2AFC2FA6-6E3A-43BD-87E4-BD4F4C9977C4}" type="pres">
      <dgm:prSet presAssocID="{97C007A4-D929-4386-89D8-A4A9E861AB79}" presName="rootComposite" presStyleCnt="0"/>
      <dgm:spPr/>
    </dgm:pt>
    <dgm:pt modelId="{C3051797-4788-4597-A9B6-00D975330A4F}" type="pres">
      <dgm:prSet presAssocID="{97C007A4-D929-4386-89D8-A4A9E861AB79}" presName="rootText" presStyleLbl="node3" presStyleIdx="11" presStyleCnt="29">
        <dgm:presLayoutVars>
          <dgm:chPref val="3"/>
        </dgm:presLayoutVars>
      </dgm:prSet>
      <dgm:spPr/>
    </dgm:pt>
    <dgm:pt modelId="{50A41C5D-B661-4CA9-8F71-1E7692DA16FB}" type="pres">
      <dgm:prSet presAssocID="{97C007A4-D929-4386-89D8-A4A9E861AB79}" presName="rootConnector" presStyleLbl="node3" presStyleIdx="11" presStyleCnt="29"/>
      <dgm:spPr/>
    </dgm:pt>
    <dgm:pt modelId="{D6D2DB88-6582-4B4E-AA0F-F516159C0787}" type="pres">
      <dgm:prSet presAssocID="{97C007A4-D929-4386-89D8-A4A9E861AB79}" presName="hierChild4" presStyleCnt="0"/>
      <dgm:spPr/>
    </dgm:pt>
    <dgm:pt modelId="{1453E637-1E36-402B-950A-F45008EAE66D}" type="pres">
      <dgm:prSet presAssocID="{97C007A4-D929-4386-89D8-A4A9E861AB79}" presName="hierChild5" presStyleCnt="0"/>
      <dgm:spPr/>
    </dgm:pt>
    <dgm:pt modelId="{D7595D59-ED50-48F5-82EA-1934B1392435}" type="pres">
      <dgm:prSet presAssocID="{1AB6E708-C028-4EE6-AAD5-99CB759DFA01}" presName="Name37" presStyleLbl="parChTrans1D3" presStyleIdx="12" presStyleCnt="29"/>
      <dgm:spPr/>
    </dgm:pt>
    <dgm:pt modelId="{1444DA7D-37A7-4DDD-BF3C-8DD0583A7F5B}" type="pres">
      <dgm:prSet presAssocID="{B6B44463-544F-4812-89F2-8F54BD668D1F}" presName="hierRoot2" presStyleCnt="0">
        <dgm:presLayoutVars>
          <dgm:hierBranch val="init"/>
        </dgm:presLayoutVars>
      </dgm:prSet>
      <dgm:spPr/>
    </dgm:pt>
    <dgm:pt modelId="{EFEDC71F-95B4-45D1-95EA-E32AAD3B6ED2}" type="pres">
      <dgm:prSet presAssocID="{B6B44463-544F-4812-89F2-8F54BD668D1F}" presName="rootComposite" presStyleCnt="0"/>
      <dgm:spPr/>
    </dgm:pt>
    <dgm:pt modelId="{04DF8B92-AAD5-4B96-B7FA-D5DCF6986062}" type="pres">
      <dgm:prSet presAssocID="{B6B44463-544F-4812-89F2-8F54BD668D1F}" presName="rootText" presStyleLbl="node3" presStyleIdx="12" presStyleCnt="29">
        <dgm:presLayoutVars>
          <dgm:chPref val="3"/>
        </dgm:presLayoutVars>
      </dgm:prSet>
      <dgm:spPr/>
    </dgm:pt>
    <dgm:pt modelId="{F9D24E9E-6F0C-421E-AE51-02DF1B71A52D}" type="pres">
      <dgm:prSet presAssocID="{B6B44463-544F-4812-89F2-8F54BD668D1F}" presName="rootConnector" presStyleLbl="node3" presStyleIdx="12" presStyleCnt="29"/>
      <dgm:spPr/>
    </dgm:pt>
    <dgm:pt modelId="{459998D0-8F4C-4DC7-99D0-D1E9539C74D9}" type="pres">
      <dgm:prSet presAssocID="{B6B44463-544F-4812-89F2-8F54BD668D1F}" presName="hierChild4" presStyleCnt="0"/>
      <dgm:spPr/>
    </dgm:pt>
    <dgm:pt modelId="{D69503FD-9DFB-41D3-966C-025ECE7DABFF}" type="pres">
      <dgm:prSet presAssocID="{B6B44463-544F-4812-89F2-8F54BD668D1F}" presName="hierChild5" presStyleCnt="0"/>
      <dgm:spPr/>
    </dgm:pt>
    <dgm:pt modelId="{64A55444-F61E-4793-9D2B-C996E4AF475A}" type="pres">
      <dgm:prSet presAssocID="{D1E25F5C-5276-44B5-90FD-C4BF7AE860E5}" presName="Name37" presStyleLbl="parChTrans1D3" presStyleIdx="13" presStyleCnt="29"/>
      <dgm:spPr/>
    </dgm:pt>
    <dgm:pt modelId="{9DF4BAC0-FB46-4B51-B2BB-CD88CA08930E}" type="pres">
      <dgm:prSet presAssocID="{EBA21457-3E7E-4EBB-AD97-90431B1F0067}" presName="hierRoot2" presStyleCnt="0">
        <dgm:presLayoutVars>
          <dgm:hierBranch val="init"/>
        </dgm:presLayoutVars>
      </dgm:prSet>
      <dgm:spPr/>
    </dgm:pt>
    <dgm:pt modelId="{F6E311E9-B47D-48A9-980E-053CFFE59294}" type="pres">
      <dgm:prSet presAssocID="{EBA21457-3E7E-4EBB-AD97-90431B1F0067}" presName="rootComposite" presStyleCnt="0"/>
      <dgm:spPr/>
    </dgm:pt>
    <dgm:pt modelId="{2239EF3F-44FF-4704-AF3B-5C8800DD9467}" type="pres">
      <dgm:prSet presAssocID="{EBA21457-3E7E-4EBB-AD97-90431B1F0067}" presName="rootText" presStyleLbl="node3" presStyleIdx="13" presStyleCnt="29">
        <dgm:presLayoutVars>
          <dgm:chPref val="3"/>
        </dgm:presLayoutVars>
      </dgm:prSet>
      <dgm:spPr/>
    </dgm:pt>
    <dgm:pt modelId="{150A71F0-A433-471E-B475-35DE4A5DED35}" type="pres">
      <dgm:prSet presAssocID="{EBA21457-3E7E-4EBB-AD97-90431B1F0067}" presName="rootConnector" presStyleLbl="node3" presStyleIdx="13" presStyleCnt="29"/>
      <dgm:spPr/>
    </dgm:pt>
    <dgm:pt modelId="{AADEBC5A-898E-4412-9962-C7D621D4AEA0}" type="pres">
      <dgm:prSet presAssocID="{EBA21457-3E7E-4EBB-AD97-90431B1F0067}" presName="hierChild4" presStyleCnt="0"/>
      <dgm:spPr/>
    </dgm:pt>
    <dgm:pt modelId="{DA6BF656-16F8-40A9-8AF7-DE588BC8135B}" type="pres">
      <dgm:prSet presAssocID="{EBA21457-3E7E-4EBB-AD97-90431B1F0067}" presName="hierChild5" presStyleCnt="0"/>
      <dgm:spPr/>
    </dgm:pt>
    <dgm:pt modelId="{120E5F5F-A025-458C-BC1D-61A30386339E}" type="pres">
      <dgm:prSet presAssocID="{340B2AC6-2EDF-4257-81A1-07A60FF193C3}" presName="hierChild5" presStyleCnt="0"/>
      <dgm:spPr/>
    </dgm:pt>
    <dgm:pt modelId="{6AE63C16-E517-49D0-B62A-9B553648AEE2}" type="pres">
      <dgm:prSet presAssocID="{0CD95987-4123-4CAD-BDAC-6429B502EBC1}" presName="Name37" presStyleLbl="parChTrans1D2" presStyleIdx="3" presStyleCnt="7"/>
      <dgm:spPr/>
    </dgm:pt>
    <dgm:pt modelId="{7B15CE8D-558A-45A3-BE3A-26F862A6367A}" type="pres">
      <dgm:prSet presAssocID="{927F22F5-F274-4F7C-8AF8-B64A814CF454}" presName="hierRoot2" presStyleCnt="0">
        <dgm:presLayoutVars>
          <dgm:hierBranch val="init"/>
        </dgm:presLayoutVars>
      </dgm:prSet>
      <dgm:spPr/>
    </dgm:pt>
    <dgm:pt modelId="{FE41FC51-9D08-4E97-BB3F-26235C3AF75C}" type="pres">
      <dgm:prSet presAssocID="{927F22F5-F274-4F7C-8AF8-B64A814CF454}" presName="rootComposite" presStyleCnt="0"/>
      <dgm:spPr/>
    </dgm:pt>
    <dgm:pt modelId="{BC024FA7-58C7-482B-AB85-D1265075564A}" type="pres">
      <dgm:prSet presAssocID="{927F22F5-F274-4F7C-8AF8-B64A814CF454}" presName="rootText" presStyleLbl="node2" presStyleIdx="3" presStyleCnt="7">
        <dgm:presLayoutVars>
          <dgm:chPref val="3"/>
        </dgm:presLayoutVars>
      </dgm:prSet>
      <dgm:spPr/>
    </dgm:pt>
    <dgm:pt modelId="{CAFA80F0-A4F8-4925-B8C6-9F8C2A13A9CB}" type="pres">
      <dgm:prSet presAssocID="{927F22F5-F274-4F7C-8AF8-B64A814CF454}" presName="rootConnector" presStyleLbl="node2" presStyleIdx="3" presStyleCnt="7"/>
      <dgm:spPr/>
    </dgm:pt>
    <dgm:pt modelId="{E5E1091D-C7B0-452C-9F69-40BF5292107E}" type="pres">
      <dgm:prSet presAssocID="{927F22F5-F274-4F7C-8AF8-B64A814CF454}" presName="hierChild4" presStyleCnt="0"/>
      <dgm:spPr/>
    </dgm:pt>
    <dgm:pt modelId="{D000B5F6-182A-41B9-8D38-7F7F4E11B6F2}" type="pres">
      <dgm:prSet presAssocID="{990431B1-43CC-4D64-B730-A2796B2FD31E}" presName="Name37" presStyleLbl="parChTrans1D3" presStyleIdx="14" presStyleCnt="29"/>
      <dgm:spPr/>
    </dgm:pt>
    <dgm:pt modelId="{260A702C-F1DA-40EB-BDB3-A63D4DC1EF3F}" type="pres">
      <dgm:prSet presAssocID="{E365CDEB-C144-48CD-B346-40C3FE20B993}" presName="hierRoot2" presStyleCnt="0">
        <dgm:presLayoutVars>
          <dgm:hierBranch val="init"/>
        </dgm:presLayoutVars>
      </dgm:prSet>
      <dgm:spPr/>
    </dgm:pt>
    <dgm:pt modelId="{368625CE-4920-43E9-B4F4-700AC61DD4F7}" type="pres">
      <dgm:prSet presAssocID="{E365CDEB-C144-48CD-B346-40C3FE20B993}" presName="rootComposite" presStyleCnt="0"/>
      <dgm:spPr/>
    </dgm:pt>
    <dgm:pt modelId="{78F4D765-253F-414D-95AE-A44AC7C4121D}" type="pres">
      <dgm:prSet presAssocID="{E365CDEB-C144-48CD-B346-40C3FE20B993}" presName="rootText" presStyleLbl="node3" presStyleIdx="14" presStyleCnt="29">
        <dgm:presLayoutVars>
          <dgm:chPref val="3"/>
        </dgm:presLayoutVars>
      </dgm:prSet>
      <dgm:spPr/>
    </dgm:pt>
    <dgm:pt modelId="{C3F289C4-5386-4896-AC79-698A5FDB059B}" type="pres">
      <dgm:prSet presAssocID="{E365CDEB-C144-48CD-B346-40C3FE20B993}" presName="rootConnector" presStyleLbl="node3" presStyleIdx="14" presStyleCnt="29"/>
      <dgm:spPr/>
    </dgm:pt>
    <dgm:pt modelId="{91708C3A-2157-4A41-8D42-37411C0BA562}" type="pres">
      <dgm:prSet presAssocID="{E365CDEB-C144-48CD-B346-40C3FE20B993}" presName="hierChild4" presStyleCnt="0"/>
      <dgm:spPr/>
    </dgm:pt>
    <dgm:pt modelId="{FB8363E0-719A-4F27-824B-E05E0C947F3E}" type="pres">
      <dgm:prSet presAssocID="{E365CDEB-C144-48CD-B346-40C3FE20B993}" presName="hierChild5" presStyleCnt="0"/>
      <dgm:spPr/>
    </dgm:pt>
    <dgm:pt modelId="{43E6A167-A7F3-4925-A061-EA055BA52861}" type="pres">
      <dgm:prSet presAssocID="{DBDF1AD2-392C-4EF4-8104-9AC7C7D786A2}" presName="Name37" presStyleLbl="parChTrans1D3" presStyleIdx="15" presStyleCnt="29"/>
      <dgm:spPr/>
    </dgm:pt>
    <dgm:pt modelId="{D8C59CCB-B7BB-4E0B-9C2C-F1C1EC988E04}" type="pres">
      <dgm:prSet presAssocID="{A4F74854-47C4-4265-A6F6-684041EA29AB}" presName="hierRoot2" presStyleCnt="0">
        <dgm:presLayoutVars>
          <dgm:hierBranch val="init"/>
        </dgm:presLayoutVars>
      </dgm:prSet>
      <dgm:spPr/>
    </dgm:pt>
    <dgm:pt modelId="{73511E8B-E891-4481-BB55-0AE7F8025A6D}" type="pres">
      <dgm:prSet presAssocID="{A4F74854-47C4-4265-A6F6-684041EA29AB}" presName="rootComposite" presStyleCnt="0"/>
      <dgm:spPr/>
    </dgm:pt>
    <dgm:pt modelId="{555C96BE-8351-4FB0-932C-E9A6B1ADD602}" type="pres">
      <dgm:prSet presAssocID="{A4F74854-47C4-4265-A6F6-684041EA29AB}" presName="rootText" presStyleLbl="node3" presStyleIdx="15" presStyleCnt="29">
        <dgm:presLayoutVars>
          <dgm:chPref val="3"/>
        </dgm:presLayoutVars>
      </dgm:prSet>
      <dgm:spPr/>
    </dgm:pt>
    <dgm:pt modelId="{A84CA061-E790-4FB3-9373-810DC495149A}" type="pres">
      <dgm:prSet presAssocID="{A4F74854-47C4-4265-A6F6-684041EA29AB}" presName="rootConnector" presStyleLbl="node3" presStyleIdx="15" presStyleCnt="29"/>
      <dgm:spPr/>
    </dgm:pt>
    <dgm:pt modelId="{C8E2A99A-C697-47A1-8C63-600364540A6B}" type="pres">
      <dgm:prSet presAssocID="{A4F74854-47C4-4265-A6F6-684041EA29AB}" presName="hierChild4" presStyleCnt="0"/>
      <dgm:spPr/>
    </dgm:pt>
    <dgm:pt modelId="{A7F5137D-F28B-4B17-A67B-1925233434D4}" type="pres">
      <dgm:prSet presAssocID="{A4F74854-47C4-4265-A6F6-684041EA29AB}" presName="hierChild5" presStyleCnt="0"/>
      <dgm:spPr/>
    </dgm:pt>
    <dgm:pt modelId="{2AE0B4D0-88D1-4249-9F7E-3F314A5FA75D}" type="pres">
      <dgm:prSet presAssocID="{54F3EBCF-92F1-48CF-9154-4411E6161185}" presName="Name37" presStyleLbl="parChTrans1D3" presStyleIdx="16" presStyleCnt="29"/>
      <dgm:spPr/>
    </dgm:pt>
    <dgm:pt modelId="{1C943E5C-3B7E-4FF4-B5EF-49AA32ED4ED2}" type="pres">
      <dgm:prSet presAssocID="{1F5B7C03-EB79-4EE4-99FF-89DE8DA72301}" presName="hierRoot2" presStyleCnt="0">
        <dgm:presLayoutVars>
          <dgm:hierBranch val="init"/>
        </dgm:presLayoutVars>
      </dgm:prSet>
      <dgm:spPr/>
    </dgm:pt>
    <dgm:pt modelId="{0B95EC3D-6825-424F-A821-1F98EA62E07B}" type="pres">
      <dgm:prSet presAssocID="{1F5B7C03-EB79-4EE4-99FF-89DE8DA72301}" presName="rootComposite" presStyleCnt="0"/>
      <dgm:spPr/>
    </dgm:pt>
    <dgm:pt modelId="{26FFF49D-DDE7-414C-8438-85E40D58A0CA}" type="pres">
      <dgm:prSet presAssocID="{1F5B7C03-EB79-4EE4-99FF-89DE8DA72301}" presName="rootText" presStyleLbl="node3" presStyleIdx="16" presStyleCnt="29">
        <dgm:presLayoutVars>
          <dgm:chPref val="3"/>
        </dgm:presLayoutVars>
      </dgm:prSet>
      <dgm:spPr/>
    </dgm:pt>
    <dgm:pt modelId="{361813F2-579C-4893-A47A-22C7F23DD4D5}" type="pres">
      <dgm:prSet presAssocID="{1F5B7C03-EB79-4EE4-99FF-89DE8DA72301}" presName="rootConnector" presStyleLbl="node3" presStyleIdx="16" presStyleCnt="29"/>
      <dgm:spPr/>
    </dgm:pt>
    <dgm:pt modelId="{5834EE14-FA5B-466C-8877-E2AB4935F322}" type="pres">
      <dgm:prSet presAssocID="{1F5B7C03-EB79-4EE4-99FF-89DE8DA72301}" presName="hierChild4" presStyleCnt="0"/>
      <dgm:spPr/>
    </dgm:pt>
    <dgm:pt modelId="{B677390F-0E75-41F8-BDEC-5DFF519152BB}" type="pres">
      <dgm:prSet presAssocID="{1F5B7C03-EB79-4EE4-99FF-89DE8DA72301}" presName="hierChild5" presStyleCnt="0"/>
      <dgm:spPr/>
    </dgm:pt>
    <dgm:pt modelId="{B49D1746-E579-4667-AC06-D301E4F9E3CB}" type="pres">
      <dgm:prSet presAssocID="{927F22F5-F274-4F7C-8AF8-B64A814CF454}" presName="hierChild5" presStyleCnt="0"/>
      <dgm:spPr/>
    </dgm:pt>
    <dgm:pt modelId="{25270E46-5B19-4321-9102-CFBFB09AAEF0}" type="pres">
      <dgm:prSet presAssocID="{4C8A33D4-AF90-4BAF-ADCF-6A9D061C00B2}" presName="Name37" presStyleLbl="parChTrans1D2" presStyleIdx="4" presStyleCnt="7"/>
      <dgm:spPr/>
    </dgm:pt>
    <dgm:pt modelId="{FA62F427-5C2F-4C10-810F-DAB3874509ED}" type="pres">
      <dgm:prSet presAssocID="{CB40AECE-19AB-472F-B870-CAC4C4C427FE}" presName="hierRoot2" presStyleCnt="0">
        <dgm:presLayoutVars>
          <dgm:hierBranch val="init"/>
        </dgm:presLayoutVars>
      </dgm:prSet>
      <dgm:spPr/>
    </dgm:pt>
    <dgm:pt modelId="{CDA76DD5-DA21-4572-BD9F-47D7990BC0E4}" type="pres">
      <dgm:prSet presAssocID="{CB40AECE-19AB-472F-B870-CAC4C4C427FE}" presName="rootComposite" presStyleCnt="0"/>
      <dgm:spPr/>
    </dgm:pt>
    <dgm:pt modelId="{2101BDC9-07C4-4B1E-81FC-6B930159EE75}" type="pres">
      <dgm:prSet presAssocID="{CB40AECE-19AB-472F-B870-CAC4C4C427FE}" presName="rootText" presStyleLbl="node2" presStyleIdx="4" presStyleCnt="7">
        <dgm:presLayoutVars>
          <dgm:chPref val="3"/>
        </dgm:presLayoutVars>
      </dgm:prSet>
      <dgm:spPr/>
    </dgm:pt>
    <dgm:pt modelId="{45F858DD-125B-4FAD-86B9-621968166D86}" type="pres">
      <dgm:prSet presAssocID="{CB40AECE-19AB-472F-B870-CAC4C4C427FE}" presName="rootConnector" presStyleLbl="node2" presStyleIdx="4" presStyleCnt="7"/>
      <dgm:spPr/>
    </dgm:pt>
    <dgm:pt modelId="{B5EFFD6D-B309-4CF0-8CAF-98CD30996678}" type="pres">
      <dgm:prSet presAssocID="{CB40AECE-19AB-472F-B870-CAC4C4C427FE}" presName="hierChild4" presStyleCnt="0"/>
      <dgm:spPr/>
    </dgm:pt>
    <dgm:pt modelId="{EDE9C4D3-F2F1-4618-B826-7635616BAAFB}" type="pres">
      <dgm:prSet presAssocID="{1BF9539C-5FD7-4144-8A5F-D27A45DA64D9}" presName="Name37" presStyleLbl="parChTrans1D3" presStyleIdx="17" presStyleCnt="29"/>
      <dgm:spPr/>
    </dgm:pt>
    <dgm:pt modelId="{489A3B1B-F5FD-4FE6-934B-11CBAABB4537}" type="pres">
      <dgm:prSet presAssocID="{F15E9645-27E1-45A5-8E5E-22148956A0BF}" presName="hierRoot2" presStyleCnt="0">
        <dgm:presLayoutVars>
          <dgm:hierBranch val="init"/>
        </dgm:presLayoutVars>
      </dgm:prSet>
      <dgm:spPr/>
    </dgm:pt>
    <dgm:pt modelId="{64F442C2-C6A6-487A-80EB-00070AD8F64D}" type="pres">
      <dgm:prSet presAssocID="{F15E9645-27E1-45A5-8E5E-22148956A0BF}" presName="rootComposite" presStyleCnt="0"/>
      <dgm:spPr/>
    </dgm:pt>
    <dgm:pt modelId="{A9AFF888-2125-40B8-B020-28C0A7614EB5}" type="pres">
      <dgm:prSet presAssocID="{F15E9645-27E1-45A5-8E5E-22148956A0BF}" presName="rootText" presStyleLbl="node3" presStyleIdx="17" presStyleCnt="29">
        <dgm:presLayoutVars>
          <dgm:chPref val="3"/>
        </dgm:presLayoutVars>
      </dgm:prSet>
      <dgm:spPr/>
    </dgm:pt>
    <dgm:pt modelId="{8CDFF343-40AA-4061-9DBB-078FA5942733}" type="pres">
      <dgm:prSet presAssocID="{F15E9645-27E1-45A5-8E5E-22148956A0BF}" presName="rootConnector" presStyleLbl="node3" presStyleIdx="17" presStyleCnt="29"/>
      <dgm:spPr/>
    </dgm:pt>
    <dgm:pt modelId="{195311AD-5FA6-4C50-90DF-D02FC04F0F3C}" type="pres">
      <dgm:prSet presAssocID="{F15E9645-27E1-45A5-8E5E-22148956A0BF}" presName="hierChild4" presStyleCnt="0"/>
      <dgm:spPr/>
    </dgm:pt>
    <dgm:pt modelId="{6D7604D8-A322-42B6-B7E7-19AB5B7CF870}" type="pres">
      <dgm:prSet presAssocID="{F15E9645-27E1-45A5-8E5E-22148956A0BF}" presName="hierChild5" presStyleCnt="0"/>
      <dgm:spPr/>
    </dgm:pt>
    <dgm:pt modelId="{0CB97845-390A-47CD-A72B-D8DD36DC90DC}" type="pres">
      <dgm:prSet presAssocID="{C8B16904-589E-445A-9973-6ED6247F4278}" presName="Name37" presStyleLbl="parChTrans1D3" presStyleIdx="18" presStyleCnt="29"/>
      <dgm:spPr/>
    </dgm:pt>
    <dgm:pt modelId="{B35097B5-870D-49B8-AE26-8842231D7C4F}" type="pres">
      <dgm:prSet presAssocID="{2288446C-EDB6-484E-B8CD-FB5EB82FD3EF}" presName="hierRoot2" presStyleCnt="0">
        <dgm:presLayoutVars>
          <dgm:hierBranch val="init"/>
        </dgm:presLayoutVars>
      </dgm:prSet>
      <dgm:spPr/>
    </dgm:pt>
    <dgm:pt modelId="{EE908E6A-8E47-4ECE-A67B-5F78DD535486}" type="pres">
      <dgm:prSet presAssocID="{2288446C-EDB6-484E-B8CD-FB5EB82FD3EF}" presName="rootComposite" presStyleCnt="0"/>
      <dgm:spPr/>
    </dgm:pt>
    <dgm:pt modelId="{D95F8BF2-A2B2-457B-A64D-B1093E275C65}" type="pres">
      <dgm:prSet presAssocID="{2288446C-EDB6-484E-B8CD-FB5EB82FD3EF}" presName="rootText" presStyleLbl="node3" presStyleIdx="18" presStyleCnt="29">
        <dgm:presLayoutVars>
          <dgm:chPref val="3"/>
        </dgm:presLayoutVars>
      </dgm:prSet>
      <dgm:spPr/>
    </dgm:pt>
    <dgm:pt modelId="{E8B464BB-54D4-4447-A49D-42DA498504B6}" type="pres">
      <dgm:prSet presAssocID="{2288446C-EDB6-484E-B8CD-FB5EB82FD3EF}" presName="rootConnector" presStyleLbl="node3" presStyleIdx="18" presStyleCnt="29"/>
      <dgm:spPr/>
    </dgm:pt>
    <dgm:pt modelId="{73EA37F8-0EF1-4435-BF11-36BC4589B2AF}" type="pres">
      <dgm:prSet presAssocID="{2288446C-EDB6-484E-B8CD-FB5EB82FD3EF}" presName="hierChild4" presStyleCnt="0"/>
      <dgm:spPr/>
    </dgm:pt>
    <dgm:pt modelId="{FD9F17F0-9937-4A99-B874-87659A4B9A4A}" type="pres">
      <dgm:prSet presAssocID="{2288446C-EDB6-484E-B8CD-FB5EB82FD3EF}" presName="hierChild5" presStyleCnt="0"/>
      <dgm:spPr/>
    </dgm:pt>
    <dgm:pt modelId="{C0BF4268-1976-44C7-8CFE-50B2EE839AD8}" type="pres">
      <dgm:prSet presAssocID="{644B2DF8-7A0D-4A21-BF3A-6FAA87F92E5A}" presName="Name37" presStyleLbl="parChTrans1D3" presStyleIdx="19" presStyleCnt="29"/>
      <dgm:spPr/>
    </dgm:pt>
    <dgm:pt modelId="{4AB1C513-EB0B-492A-A454-1AE3F4C7CB98}" type="pres">
      <dgm:prSet presAssocID="{5DF1A105-3ED2-4024-8262-F37FDD478CB9}" presName="hierRoot2" presStyleCnt="0">
        <dgm:presLayoutVars>
          <dgm:hierBranch val="init"/>
        </dgm:presLayoutVars>
      </dgm:prSet>
      <dgm:spPr/>
    </dgm:pt>
    <dgm:pt modelId="{AF5409FC-25AB-480A-A583-9D1F4429DB96}" type="pres">
      <dgm:prSet presAssocID="{5DF1A105-3ED2-4024-8262-F37FDD478CB9}" presName="rootComposite" presStyleCnt="0"/>
      <dgm:spPr/>
    </dgm:pt>
    <dgm:pt modelId="{9131E2F8-9EB7-4B06-97B6-760AA9467BC0}" type="pres">
      <dgm:prSet presAssocID="{5DF1A105-3ED2-4024-8262-F37FDD478CB9}" presName="rootText" presStyleLbl="node3" presStyleIdx="19" presStyleCnt="29">
        <dgm:presLayoutVars>
          <dgm:chPref val="3"/>
        </dgm:presLayoutVars>
      </dgm:prSet>
      <dgm:spPr/>
    </dgm:pt>
    <dgm:pt modelId="{4007259C-BF21-4401-A5DB-22D2C66757D0}" type="pres">
      <dgm:prSet presAssocID="{5DF1A105-3ED2-4024-8262-F37FDD478CB9}" presName="rootConnector" presStyleLbl="node3" presStyleIdx="19" presStyleCnt="29"/>
      <dgm:spPr/>
    </dgm:pt>
    <dgm:pt modelId="{F74ED340-8081-4A96-B126-E3CEDEFC1539}" type="pres">
      <dgm:prSet presAssocID="{5DF1A105-3ED2-4024-8262-F37FDD478CB9}" presName="hierChild4" presStyleCnt="0"/>
      <dgm:spPr/>
    </dgm:pt>
    <dgm:pt modelId="{1AC40205-0C2D-41CA-A32C-F1F5FAE57F21}" type="pres">
      <dgm:prSet presAssocID="{5DF1A105-3ED2-4024-8262-F37FDD478CB9}" presName="hierChild5" presStyleCnt="0"/>
      <dgm:spPr/>
    </dgm:pt>
    <dgm:pt modelId="{7186E083-C0AB-46B3-BA74-32B8434098DB}" type="pres">
      <dgm:prSet presAssocID="{BB527D96-8532-4654-B506-4FCD04301F2E}" presName="Name37" presStyleLbl="parChTrans1D3" presStyleIdx="20" presStyleCnt="29"/>
      <dgm:spPr/>
    </dgm:pt>
    <dgm:pt modelId="{DDB960FC-26F6-4B0F-A366-2D345DEFB058}" type="pres">
      <dgm:prSet presAssocID="{FAFAA65A-544E-400C-9ECA-E3360BB2BC0E}" presName="hierRoot2" presStyleCnt="0">
        <dgm:presLayoutVars>
          <dgm:hierBranch val="init"/>
        </dgm:presLayoutVars>
      </dgm:prSet>
      <dgm:spPr/>
    </dgm:pt>
    <dgm:pt modelId="{3DC10BEE-97A0-4D52-A3F1-E5DA75C2A767}" type="pres">
      <dgm:prSet presAssocID="{FAFAA65A-544E-400C-9ECA-E3360BB2BC0E}" presName="rootComposite" presStyleCnt="0"/>
      <dgm:spPr/>
    </dgm:pt>
    <dgm:pt modelId="{35F6DDB7-16A2-4DD9-8C2A-5314AF4DC03E}" type="pres">
      <dgm:prSet presAssocID="{FAFAA65A-544E-400C-9ECA-E3360BB2BC0E}" presName="rootText" presStyleLbl="node3" presStyleIdx="20" presStyleCnt="29">
        <dgm:presLayoutVars>
          <dgm:chPref val="3"/>
        </dgm:presLayoutVars>
      </dgm:prSet>
      <dgm:spPr/>
    </dgm:pt>
    <dgm:pt modelId="{C5C671B0-36F6-4831-9FAB-246596186518}" type="pres">
      <dgm:prSet presAssocID="{FAFAA65A-544E-400C-9ECA-E3360BB2BC0E}" presName="rootConnector" presStyleLbl="node3" presStyleIdx="20" presStyleCnt="29"/>
      <dgm:spPr/>
    </dgm:pt>
    <dgm:pt modelId="{A287DDA6-FE85-47CC-9C51-51B42FA1F02D}" type="pres">
      <dgm:prSet presAssocID="{FAFAA65A-544E-400C-9ECA-E3360BB2BC0E}" presName="hierChild4" presStyleCnt="0"/>
      <dgm:spPr/>
    </dgm:pt>
    <dgm:pt modelId="{C44F9F94-C70E-447D-B5AB-6A1E3219EF08}" type="pres">
      <dgm:prSet presAssocID="{FAFAA65A-544E-400C-9ECA-E3360BB2BC0E}" presName="hierChild5" presStyleCnt="0"/>
      <dgm:spPr/>
    </dgm:pt>
    <dgm:pt modelId="{050A5852-CB98-43BB-81CE-6B06C1D2D4C6}" type="pres">
      <dgm:prSet presAssocID="{CB40AECE-19AB-472F-B870-CAC4C4C427FE}" presName="hierChild5" presStyleCnt="0"/>
      <dgm:spPr/>
    </dgm:pt>
    <dgm:pt modelId="{20033B46-1B01-4DB2-BE1A-E5371FFB1207}" type="pres">
      <dgm:prSet presAssocID="{960E4764-7C31-4741-B839-47A4B04DB9EB}" presName="Name37" presStyleLbl="parChTrans1D2" presStyleIdx="5" presStyleCnt="7"/>
      <dgm:spPr/>
    </dgm:pt>
    <dgm:pt modelId="{A6CBFE18-CE24-4367-B0A9-5A3809C11A8E}" type="pres">
      <dgm:prSet presAssocID="{0A6A6A10-74D0-433D-9482-F68E66668FCB}" presName="hierRoot2" presStyleCnt="0">
        <dgm:presLayoutVars>
          <dgm:hierBranch val="init"/>
        </dgm:presLayoutVars>
      </dgm:prSet>
      <dgm:spPr/>
    </dgm:pt>
    <dgm:pt modelId="{68B87A1E-C75D-45A1-A1BF-A6ABFED3C8E2}" type="pres">
      <dgm:prSet presAssocID="{0A6A6A10-74D0-433D-9482-F68E66668FCB}" presName="rootComposite" presStyleCnt="0"/>
      <dgm:spPr/>
    </dgm:pt>
    <dgm:pt modelId="{C998D4ED-544C-4033-A93C-C4C5C02634E7}" type="pres">
      <dgm:prSet presAssocID="{0A6A6A10-74D0-433D-9482-F68E66668FCB}" presName="rootText" presStyleLbl="node2" presStyleIdx="5" presStyleCnt="7">
        <dgm:presLayoutVars>
          <dgm:chPref val="3"/>
        </dgm:presLayoutVars>
      </dgm:prSet>
      <dgm:spPr/>
    </dgm:pt>
    <dgm:pt modelId="{7AE4CD6B-C36F-40E0-9E7A-6C55694B97A0}" type="pres">
      <dgm:prSet presAssocID="{0A6A6A10-74D0-433D-9482-F68E66668FCB}" presName="rootConnector" presStyleLbl="node2" presStyleIdx="5" presStyleCnt="7"/>
      <dgm:spPr/>
    </dgm:pt>
    <dgm:pt modelId="{E968306C-C2EA-47B7-9DBF-7B7CA3239FFB}" type="pres">
      <dgm:prSet presAssocID="{0A6A6A10-74D0-433D-9482-F68E66668FCB}" presName="hierChild4" presStyleCnt="0"/>
      <dgm:spPr/>
    </dgm:pt>
    <dgm:pt modelId="{FC136F95-E404-43C1-BA13-2FDF5EB1CDFB}" type="pres">
      <dgm:prSet presAssocID="{9AB45F11-A598-4C4C-B588-7F8DDCE96915}" presName="Name37" presStyleLbl="parChTrans1D3" presStyleIdx="21" presStyleCnt="29"/>
      <dgm:spPr/>
    </dgm:pt>
    <dgm:pt modelId="{D76E82AE-298B-42A5-AC75-DEBE3FAA9A56}" type="pres">
      <dgm:prSet presAssocID="{4FBBE22A-8A97-47AD-A5C0-DA02EBC25832}" presName="hierRoot2" presStyleCnt="0">
        <dgm:presLayoutVars>
          <dgm:hierBranch val="init"/>
        </dgm:presLayoutVars>
      </dgm:prSet>
      <dgm:spPr/>
    </dgm:pt>
    <dgm:pt modelId="{246736C0-E705-4B10-BE29-BF875EE01602}" type="pres">
      <dgm:prSet presAssocID="{4FBBE22A-8A97-47AD-A5C0-DA02EBC25832}" presName="rootComposite" presStyleCnt="0"/>
      <dgm:spPr/>
    </dgm:pt>
    <dgm:pt modelId="{5A6586C9-FA5B-40C1-B933-B25790D13FFD}" type="pres">
      <dgm:prSet presAssocID="{4FBBE22A-8A97-47AD-A5C0-DA02EBC25832}" presName="rootText" presStyleLbl="node3" presStyleIdx="21" presStyleCnt="29">
        <dgm:presLayoutVars>
          <dgm:chPref val="3"/>
        </dgm:presLayoutVars>
      </dgm:prSet>
      <dgm:spPr/>
    </dgm:pt>
    <dgm:pt modelId="{1726BC01-8242-4CDD-B6B2-F7ED6F2F0F51}" type="pres">
      <dgm:prSet presAssocID="{4FBBE22A-8A97-47AD-A5C0-DA02EBC25832}" presName="rootConnector" presStyleLbl="node3" presStyleIdx="21" presStyleCnt="29"/>
      <dgm:spPr/>
    </dgm:pt>
    <dgm:pt modelId="{A2E6CA7E-2F38-4809-AA32-A313B7959998}" type="pres">
      <dgm:prSet presAssocID="{4FBBE22A-8A97-47AD-A5C0-DA02EBC25832}" presName="hierChild4" presStyleCnt="0"/>
      <dgm:spPr/>
    </dgm:pt>
    <dgm:pt modelId="{A9EE6635-6AB3-46BB-922D-DBC42B41E394}" type="pres">
      <dgm:prSet presAssocID="{4FBBE22A-8A97-47AD-A5C0-DA02EBC25832}" presName="hierChild5" presStyleCnt="0"/>
      <dgm:spPr/>
    </dgm:pt>
    <dgm:pt modelId="{D7C8BA2A-CCD1-4910-8875-197E232900BD}" type="pres">
      <dgm:prSet presAssocID="{75A2F94E-55F4-4223-9327-C067B6BE9FFC}" presName="Name37" presStyleLbl="parChTrans1D3" presStyleIdx="22" presStyleCnt="29"/>
      <dgm:spPr/>
    </dgm:pt>
    <dgm:pt modelId="{474F7CEA-D2AC-4224-BBB5-E435C1CC4A00}" type="pres">
      <dgm:prSet presAssocID="{9ED704C9-9183-4DE0-B9BF-CBECE40716BC}" presName="hierRoot2" presStyleCnt="0">
        <dgm:presLayoutVars>
          <dgm:hierBranch val="init"/>
        </dgm:presLayoutVars>
      </dgm:prSet>
      <dgm:spPr/>
    </dgm:pt>
    <dgm:pt modelId="{B4C543DF-D9DE-4807-A9D8-B2B5B9E8CC67}" type="pres">
      <dgm:prSet presAssocID="{9ED704C9-9183-4DE0-B9BF-CBECE40716BC}" presName="rootComposite" presStyleCnt="0"/>
      <dgm:spPr/>
    </dgm:pt>
    <dgm:pt modelId="{21551D50-CCA6-4DC1-943C-CA87992E7A7A}" type="pres">
      <dgm:prSet presAssocID="{9ED704C9-9183-4DE0-B9BF-CBECE40716BC}" presName="rootText" presStyleLbl="node3" presStyleIdx="22" presStyleCnt="29">
        <dgm:presLayoutVars>
          <dgm:chPref val="3"/>
        </dgm:presLayoutVars>
      </dgm:prSet>
      <dgm:spPr/>
    </dgm:pt>
    <dgm:pt modelId="{24B2F82A-1108-4EA1-8934-A3F76C89D731}" type="pres">
      <dgm:prSet presAssocID="{9ED704C9-9183-4DE0-B9BF-CBECE40716BC}" presName="rootConnector" presStyleLbl="node3" presStyleIdx="22" presStyleCnt="29"/>
      <dgm:spPr/>
    </dgm:pt>
    <dgm:pt modelId="{4CFBFC27-A0A7-41D6-9758-F37BB865CBA1}" type="pres">
      <dgm:prSet presAssocID="{9ED704C9-9183-4DE0-B9BF-CBECE40716BC}" presName="hierChild4" presStyleCnt="0"/>
      <dgm:spPr/>
    </dgm:pt>
    <dgm:pt modelId="{34E12F86-4B32-4371-B0A8-320807A082F2}" type="pres">
      <dgm:prSet presAssocID="{9ED704C9-9183-4DE0-B9BF-CBECE40716BC}" presName="hierChild5" presStyleCnt="0"/>
      <dgm:spPr/>
    </dgm:pt>
    <dgm:pt modelId="{7F2C1A99-597E-4D37-9B66-B39C53272A11}" type="pres">
      <dgm:prSet presAssocID="{6AC03C77-6505-4BB5-B496-8188F6234DAC}" presName="Name37" presStyleLbl="parChTrans1D3" presStyleIdx="23" presStyleCnt="29"/>
      <dgm:spPr/>
    </dgm:pt>
    <dgm:pt modelId="{1DE7133F-51C2-4074-8028-D26A3CD5EB4D}" type="pres">
      <dgm:prSet presAssocID="{3FD1B55E-1BB3-4041-BBB0-1876C69831F1}" presName="hierRoot2" presStyleCnt="0">
        <dgm:presLayoutVars>
          <dgm:hierBranch val="init"/>
        </dgm:presLayoutVars>
      </dgm:prSet>
      <dgm:spPr/>
    </dgm:pt>
    <dgm:pt modelId="{73F0FEDF-C3F5-4322-9FB3-6712D87D4C9C}" type="pres">
      <dgm:prSet presAssocID="{3FD1B55E-1BB3-4041-BBB0-1876C69831F1}" presName="rootComposite" presStyleCnt="0"/>
      <dgm:spPr/>
    </dgm:pt>
    <dgm:pt modelId="{EBF81391-87DF-4D27-BB77-5D9F17735C5B}" type="pres">
      <dgm:prSet presAssocID="{3FD1B55E-1BB3-4041-BBB0-1876C69831F1}" presName="rootText" presStyleLbl="node3" presStyleIdx="23" presStyleCnt="29">
        <dgm:presLayoutVars>
          <dgm:chPref val="3"/>
        </dgm:presLayoutVars>
      </dgm:prSet>
      <dgm:spPr/>
    </dgm:pt>
    <dgm:pt modelId="{7DF5B91F-DE38-4C52-A4AC-860A5CCB0CFE}" type="pres">
      <dgm:prSet presAssocID="{3FD1B55E-1BB3-4041-BBB0-1876C69831F1}" presName="rootConnector" presStyleLbl="node3" presStyleIdx="23" presStyleCnt="29"/>
      <dgm:spPr/>
    </dgm:pt>
    <dgm:pt modelId="{46ADECB1-E30B-4CDD-A52D-9F26C8E6E508}" type="pres">
      <dgm:prSet presAssocID="{3FD1B55E-1BB3-4041-BBB0-1876C69831F1}" presName="hierChild4" presStyleCnt="0"/>
      <dgm:spPr/>
    </dgm:pt>
    <dgm:pt modelId="{4C713AA7-0DD5-4E03-80A1-70FD80E6CBA8}" type="pres">
      <dgm:prSet presAssocID="{3FD1B55E-1BB3-4041-BBB0-1876C69831F1}" presName="hierChild5" presStyleCnt="0"/>
      <dgm:spPr/>
    </dgm:pt>
    <dgm:pt modelId="{C0725B4C-70D8-4BFC-A868-C4055DA9FAED}" type="pres">
      <dgm:prSet presAssocID="{DED84E5F-8E3E-4D3A-A39E-ADCA76B79D68}" presName="Name37" presStyleLbl="parChTrans1D3" presStyleIdx="24" presStyleCnt="29"/>
      <dgm:spPr/>
    </dgm:pt>
    <dgm:pt modelId="{270A2DCE-A285-4F40-AEF4-AB349927C7B5}" type="pres">
      <dgm:prSet presAssocID="{E5A20444-FA79-4055-BD04-0CF2FBF6B378}" presName="hierRoot2" presStyleCnt="0">
        <dgm:presLayoutVars>
          <dgm:hierBranch val="init"/>
        </dgm:presLayoutVars>
      </dgm:prSet>
      <dgm:spPr/>
    </dgm:pt>
    <dgm:pt modelId="{A8531A7A-FFE4-4B45-A6E5-FB486FDC1184}" type="pres">
      <dgm:prSet presAssocID="{E5A20444-FA79-4055-BD04-0CF2FBF6B378}" presName="rootComposite" presStyleCnt="0"/>
      <dgm:spPr/>
    </dgm:pt>
    <dgm:pt modelId="{BC3527FF-66B8-4DA2-ADBB-6877F3BEE16D}" type="pres">
      <dgm:prSet presAssocID="{E5A20444-FA79-4055-BD04-0CF2FBF6B378}" presName="rootText" presStyleLbl="node3" presStyleIdx="24" presStyleCnt="29">
        <dgm:presLayoutVars>
          <dgm:chPref val="3"/>
        </dgm:presLayoutVars>
      </dgm:prSet>
      <dgm:spPr/>
    </dgm:pt>
    <dgm:pt modelId="{B2E98222-DAC6-49E2-9F5A-910A1DEF263E}" type="pres">
      <dgm:prSet presAssocID="{E5A20444-FA79-4055-BD04-0CF2FBF6B378}" presName="rootConnector" presStyleLbl="node3" presStyleIdx="24" presStyleCnt="29"/>
      <dgm:spPr/>
    </dgm:pt>
    <dgm:pt modelId="{E6B53D90-2AAB-464D-B1FA-E7D310FAD1BF}" type="pres">
      <dgm:prSet presAssocID="{E5A20444-FA79-4055-BD04-0CF2FBF6B378}" presName="hierChild4" presStyleCnt="0"/>
      <dgm:spPr/>
    </dgm:pt>
    <dgm:pt modelId="{73475A32-2AD6-4FD5-92AD-940C00E40E16}" type="pres">
      <dgm:prSet presAssocID="{E5A20444-FA79-4055-BD04-0CF2FBF6B378}" presName="hierChild5" presStyleCnt="0"/>
      <dgm:spPr/>
    </dgm:pt>
    <dgm:pt modelId="{9E57C301-6250-4F3E-B4D9-5F297C73069F}" type="pres">
      <dgm:prSet presAssocID="{A908E7FD-3F27-471B-83A8-3C42D88A5D79}" presName="Name37" presStyleLbl="parChTrans1D3" presStyleIdx="25" presStyleCnt="29"/>
      <dgm:spPr/>
    </dgm:pt>
    <dgm:pt modelId="{F58C9AEF-E552-4491-9099-3FF69305EAEA}" type="pres">
      <dgm:prSet presAssocID="{3702CADF-611C-4A4C-A4F7-D68F16222CF6}" presName="hierRoot2" presStyleCnt="0">
        <dgm:presLayoutVars>
          <dgm:hierBranch val="init"/>
        </dgm:presLayoutVars>
      </dgm:prSet>
      <dgm:spPr/>
    </dgm:pt>
    <dgm:pt modelId="{D35E07A4-FBF6-4C2A-87B2-91B3A6FEB40C}" type="pres">
      <dgm:prSet presAssocID="{3702CADF-611C-4A4C-A4F7-D68F16222CF6}" presName="rootComposite" presStyleCnt="0"/>
      <dgm:spPr/>
    </dgm:pt>
    <dgm:pt modelId="{C7B09E4E-60D1-4F00-977E-5DE301300ACA}" type="pres">
      <dgm:prSet presAssocID="{3702CADF-611C-4A4C-A4F7-D68F16222CF6}" presName="rootText" presStyleLbl="node3" presStyleIdx="25" presStyleCnt="29">
        <dgm:presLayoutVars>
          <dgm:chPref val="3"/>
        </dgm:presLayoutVars>
      </dgm:prSet>
      <dgm:spPr/>
    </dgm:pt>
    <dgm:pt modelId="{02A109DF-2871-4E1B-B89B-75717BBA7394}" type="pres">
      <dgm:prSet presAssocID="{3702CADF-611C-4A4C-A4F7-D68F16222CF6}" presName="rootConnector" presStyleLbl="node3" presStyleIdx="25" presStyleCnt="29"/>
      <dgm:spPr/>
    </dgm:pt>
    <dgm:pt modelId="{36AE5E39-502F-4970-A8F6-74C7E5B85319}" type="pres">
      <dgm:prSet presAssocID="{3702CADF-611C-4A4C-A4F7-D68F16222CF6}" presName="hierChild4" presStyleCnt="0"/>
      <dgm:spPr/>
    </dgm:pt>
    <dgm:pt modelId="{9C6CB1FB-C17A-4AD8-8585-417014E2FFB3}" type="pres">
      <dgm:prSet presAssocID="{3702CADF-611C-4A4C-A4F7-D68F16222CF6}" presName="hierChild5" presStyleCnt="0"/>
      <dgm:spPr/>
    </dgm:pt>
    <dgm:pt modelId="{40BDB5E2-B4CB-432D-ABD9-AD689420CD4C}" type="pres">
      <dgm:prSet presAssocID="{0A6A6A10-74D0-433D-9482-F68E66668FCB}" presName="hierChild5" presStyleCnt="0"/>
      <dgm:spPr/>
    </dgm:pt>
    <dgm:pt modelId="{587F7F18-82EB-49F0-9B53-909DF2D79A46}" type="pres">
      <dgm:prSet presAssocID="{CCF475E9-8D4D-4267-B9B8-2C7E7EDDC71C}" presName="Name37" presStyleLbl="parChTrans1D2" presStyleIdx="6" presStyleCnt="7"/>
      <dgm:spPr/>
    </dgm:pt>
    <dgm:pt modelId="{AFAC9FFD-5693-4752-B93C-6D7071C53BE9}" type="pres">
      <dgm:prSet presAssocID="{C2F255D0-3672-495B-9762-C21DC086F6DD}" presName="hierRoot2" presStyleCnt="0">
        <dgm:presLayoutVars>
          <dgm:hierBranch val="init"/>
        </dgm:presLayoutVars>
      </dgm:prSet>
      <dgm:spPr/>
    </dgm:pt>
    <dgm:pt modelId="{2E6404B6-76A1-4236-A080-B54FA895E23F}" type="pres">
      <dgm:prSet presAssocID="{C2F255D0-3672-495B-9762-C21DC086F6DD}" presName="rootComposite" presStyleCnt="0"/>
      <dgm:spPr/>
    </dgm:pt>
    <dgm:pt modelId="{9AF0D11C-6269-4535-B6B5-F46E9187049A}" type="pres">
      <dgm:prSet presAssocID="{C2F255D0-3672-495B-9762-C21DC086F6DD}" presName="rootText" presStyleLbl="node2" presStyleIdx="6" presStyleCnt="7">
        <dgm:presLayoutVars>
          <dgm:chPref val="3"/>
        </dgm:presLayoutVars>
      </dgm:prSet>
      <dgm:spPr/>
    </dgm:pt>
    <dgm:pt modelId="{A78F9315-F609-4F88-A7B4-97C1A04AEF37}" type="pres">
      <dgm:prSet presAssocID="{C2F255D0-3672-495B-9762-C21DC086F6DD}" presName="rootConnector" presStyleLbl="node2" presStyleIdx="6" presStyleCnt="7"/>
      <dgm:spPr/>
    </dgm:pt>
    <dgm:pt modelId="{615130D5-0DBA-4370-B41B-A519DEBFB3C3}" type="pres">
      <dgm:prSet presAssocID="{C2F255D0-3672-495B-9762-C21DC086F6DD}" presName="hierChild4" presStyleCnt="0"/>
      <dgm:spPr/>
    </dgm:pt>
    <dgm:pt modelId="{BCBA61D8-9814-4417-B983-B11C8CF5991C}" type="pres">
      <dgm:prSet presAssocID="{91864E07-5C32-46C2-8D7F-2753D9870B76}" presName="Name37" presStyleLbl="parChTrans1D3" presStyleIdx="26" presStyleCnt="29"/>
      <dgm:spPr/>
    </dgm:pt>
    <dgm:pt modelId="{F15AD457-668F-4F56-B66B-816D963EB677}" type="pres">
      <dgm:prSet presAssocID="{5434FA33-B585-43E1-9FA2-4DE9F2B634DD}" presName="hierRoot2" presStyleCnt="0">
        <dgm:presLayoutVars>
          <dgm:hierBranch val="init"/>
        </dgm:presLayoutVars>
      </dgm:prSet>
      <dgm:spPr/>
    </dgm:pt>
    <dgm:pt modelId="{98226B11-942A-447C-BA25-393CAEDE68DE}" type="pres">
      <dgm:prSet presAssocID="{5434FA33-B585-43E1-9FA2-4DE9F2B634DD}" presName="rootComposite" presStyleCnt="0"/>
      <dgm:spPr/>
    </dgm:pt>
    <dgm:pt modelId="{A191B63C-8D0B-4EB6-BCFD-C9BBB92AF3BA}" type="pres">
      <dgm:prSet presAssocID="{5434FA33-B585-43E1-9FA2-4DE9F2B634DD}" presName="rootText" presStyleLbl="node3" presStyleIdx="26" presStyleCnt="29">
        <dgm:presLayoutVars>
          <dgm:chPref val="3"/>
        </dgm:presLayoutVars>
      </dgm:prSet>
      <dgm:spPr/>
    </dgm:pt>
    <dgm:pt modelId="{443B716B-BC27-4C67-8637-B53363A5EB15}" type="pres">
      <dgm:prSet presAssocID="{5434FA33-B585-43E1-9FA2-4DE9F2B634DD}" presName="rootConnector" presStyleLbl="node3" presStyleIdx="26" presStyleCnt="29"/>
      <dgm:spPr/>
    </dgm:pt>
    <dgm:pt modelId="{8D210F6C-150A-4178-A8A5-6944AA71ACBF}" type="pres">
      <dgm:prSet presAssocID="{5434FA33-B585-43E1-9FA2-4DE9F2B634DD}" presName="hierChild4" presStyleCnt="0"/>
      <dgm:spPr/>
    </dgm:pt>
    <dgm:pt modelId="{BD90A4E1-2F53-4126-9BBF-49C86432BAD1}" type="pres">
      <dgm:prSet presAssocID="{5434FA33-B585-43E1-9FA2-4DE9F2B634DD}" presName="hierChild5" presStyleCnt="0"/>
      <dgm:spPr/>
    </dgm:pt>
    <dgm:pt modelId="{D930E252-CDF6-4235-A5CB-B5FDE3DDE03B}" type="pres">
      <dgm:prSet presAssocID="{125C062C-CB86-48AB-9E4C-AB2D854D45CD}" presName="Name37" presStyleLbl="parChTrans1D3" presStyleIdx="27" presStyleCnt="29"/>
      <dgm:spPr/>
    </dgm:pt>
    <dgm:pt modelId="{B04B5862-1EDF-45C0-BC7E-4358FEADE32F}" type="pres">
      <dgm:prSet presAssocID="{92207626-2C29-4ADD-A926-495AD57A3143}" presName="hierRoot2" presStyleCnt="0">
        <dgm:presLayoutVars>
          <dgm:hierBranch val="init"/>
        </dgm:presLayoutVars>
      </dgm:prSet>
      <dgm:spPr/>
    </dgm:pt>
    <dgm:pt modelId="{3FD86D91-FC65-453E-97E6-8F9A7C5CCE9B}" type="pres">
      <dgm:prSet presAssocID="{92207626-2C29-4ADD-A926-495AD57A3143}" presName="rootComposite" presStyleCnt="0"/>
      <dgm:spPr/>
    </dgm:pt>
    <dgm:pt modelId="{ACCEDA4C-1889-4DCE-BE47-021746FBB6C6}" type="pres">
      <dgm:prSet presAssocID="{92207626-2C29-4ADD-A926-495AD57A3143}" presName="rootText" presStyleLbl="node3" presStyleIdx="27" presStyleCnt="29">
        <dgm:presLayoutVars>
          <dgm:chPref val="3"/>
        </dgm:presLayoutVars>
      </dgm:prSet>
      <dgm:spPr/>
    </dgm:pt>
    <dgm:pt modelId="{4090A9D7-E075-420E-87A3-65F36A525F7A}" type="pres">
      <dgm:prSet presAssocID="{92207626-2C29-4ADD-A926-495AD57A3143}" presName="rootConnector" presStyleLbl="node3" presStyleIdx="27" presStyleCnt="29"/>
      <dgm:spPr/>
    </dgm:pt>
    <dgm:pt modelId="{437FFE7A-6A98-4A5B-A402-645B83BE553A}" type="pres">
      <dgm:prSet presAssocID="{92207626-2C29-4ADD-A926-495AD57A3143}" presName="hierChild4" presStyleCnt="0"/>
      <dgm:spPr/>
    </dgm:pt>
    <dgm:pt modelId="{6522DDC4-8519-4ABB-BF1A-5F90B82B3E19}" type="pres">
      <dgm:prSet presAssocID="{92207626-2C29-4ADD-A926-495AD57A3143}" presName="hierChild5" presStyleCnt="0"/>
      <dgm:spPr/>
    </dgm:pt>
    <dgm:pt modelId="{9036E9CC-2863-4FDF-B799-75CA8D8EB49F}" type="pres">
      <dgm:prSet presAssocID="{9DB375C3-EB83-4A48-BF84-E7A09D1D7865}" presName="Name37" presStyleLbl="parChTrans1D3" presStyleIdx="28" presStyleCnt="29"/>
      <dgm:spPr/>
    </dgm:pt>
    <dgm:pt modelId="{9DF5621F-E7EB-411D-873C-8FF0C898395A}" type="pres">
      <dgm:prSet presAssocID="{000456DA-F00C-4F9D-8C60-6E7660B2768B}" presName="hierRoot2" presStyleCnt="0">
        <dgm:presLayoutVars>
          <dgm:hierBranch val="init"/>
        </dgm:presLayoutVars>
      </dgm:prSet>
      <dgm:spPr/>
    </dgm:pt>
    <dgm:pt modelId="{8B750DDA-FA9F-4E0D-8622-C928F3AA5AC4}" type="pres">
      <dgm:prSet presAssocID="{000456DA-F00C-4F9D-8C60-6E7660B2768B}" presName="rootComposite" presStyleCnt="0"/>
      <dgm:spPr/>
    </dgm:pt>
    <dgm:pt modelId="{6D010037-3DBD-4F60-80E7-92C04A85E862}" type="pres">
      <dgm:prSet presAssocID="{000456DA-F00C-4F9D-8C60-6E7660B2768B}" presName="rootText" presStyleLbl="node3" presStyleIdx="28" presStyleCnt="29">
        <dgm:presLayoutVars>
          <dgm:chPref val="3"/>
        </dgm:presLayoutVars>
      </dgm:prSet>
      <dgm:spPr/>
    </dgm:pt>
    <dgm:pt modelId="{7E14BEE0-5D32-4A3E-90D5-3DE8F5EAD9B6}" type="pres">
      <dgm:prSet presAssocID="{000456DA-F00C-4F9D-8C60-6E7660B2768B}" presName="rootConnector" presStyleLbl="node3" presStyleIdx="28" presStyleCnt="29"/>
      <dgm:spPr/>
    </dgm:pt>
    <dgm:pt modelId="{DABED48C-514F-4967-BB55-0B8130391744}" type="pres">
      <dgm:prSet presAssocID="{000456DA-F00C-4F9D-8C60-6E7660B2768B}" presName="hierChild4" presStyleCnt="0"/>
      <dgm:spPr/>
    </dgm:pt>
    <dgm:pt modelId="{37A897E9-8923-46BC-9B20-A9B137B72E3D}" type="pres">
      <dgm:prSet presAssocID="{000456DA-F00C-4F9D-8C60-6E7660B2768B}" presName="hierChild5" presStyleCnt="0"/>
      <dgm:spPr/>
    </dgm:pt>
    <dgm:pt modelId="{73C3C40C-49A7-4D0F-B0DC-91F1E0916874}" type="pres">
      <dgm:prSet presAssocID="{C2F255D0-3672-495B-9762-C21DC086F6DD}" presName="hierChild5" presStyleCnt="0"/>
      <dgm:spPr/>
    </dgm:pt>
    <dgm:pt modelId="{51834371-7E1E-4BA2-A289-7B61D9A55DA9}" type="pres">
      <dgm:prSet presAssocID="{F262FDC2-8ECE-49A5-AD75-42A31E5405FE}" presName="hierChild3" presStyleCnt="0"/>
      <dgm:spPr/>
    </dgm:pt>
  </dgm:ptLst>
  <dgm:cxnLst>
    <dgm:cxn modelId="{66C0C700-D0C2-47F1-A712-E95BCE002630}" srcId="{0E7D951F-7156-41D0-BF82-8530D140D809}" destId="{1A774586-418C-4620-84E4-18E6EB86A7D6}" srcOrd="0" destOrd="0" parTransId="{6A167856-EC84-4D44-8F83-4451AE44564B}" sibTransId="{8FF76F60-3688-44AE-8646-D7884D8F3B39}"/>
    <dgm:cxn modelId="{A1B04804-A037-4181-9DBE-0811887C0F69}" type="presOf" srcId="{DC3776FB-1E76-4614-91C0-03F0D2DA32E7}" destId="{0FF09C69-AD2F-4332-A3B6-573EFD2FB08E}" srcOrd="1" destOrd="0" presId="urn:microsoft.com/office/officeart/2005/8/layout/orgChart1"/>
    <dgm:cxn modelId="{33A29904-C636-4057-A6DA-65C1EB49BA13}" type="presOf" srcId="{125C062C-CB86-48AB-9E4C-AB2D854D45CD}" destId="{D930E252-CDF6-4235-A5CB-B5FDE3DDE03B}" srcOrd="0" destOrd="0" presId="urn:microsoft.com/office/officeart/2005/8/layout/orgChart1"/>
    <dgm:cxn modelId="{57CEDC05-DE28-443B-AA5B-BE1ACC7CFF3A}" type="presOf" srcId="{927F22F5-F274-4F7C-8AF8-B64A814CF454}" destId="{CAFA80F0-A4F8-4925-B8C6-9F8C2A13A9CB}" srcOrd="1" destOrd="0" presId="urn:microsoft.com/office/officeart/2005/8/layout/orgChart1"/>
    <dgm:cxn modelId="{4CF6670C-C056-4355-BCFC-BBAB7475EDC0}" type="presOf" srcId="{6977288A-370B-41D1-98DA-2E9E45E9CB9B}" destId="{09EA6344-1A2E-40C6-B7D9-DC19FC3F5415}" srcOrd="0" destOrd="0" presId="urn:microsoft.com/office/officeart/2005/8/layout/orgChart1"/>
    <dgm:cxn modelId="{6C786A0C-4417-42E6-8DFB-7EA8CC8E6040}" type="presOf" srcId="{0A6A6A10-74D0-433D-9482-F68E66668FCB}" destId="{C998D4ED-544C-4033-A93C-C4C5C02634E7}" srcOrd="0" destOrd="0" presId="urn:microsoft.com/office/officeart/2005/8/layout/orgChart1"/>
    <dgm:cxn modelId="{425A500C-0A8D-44E1-8C87-7E65738C6211}" srcId="{F262FDC2-8ECE-49A5-AD75-42A31E5405FE}" destId="{C703F7BC-B9B5-4B91-9C96-9C1644303154}" srcOrd="1" destOrd="0" parTransId="{B017F258-A347-4874-9F79-45F7C2E17102}" sibTransId="{1927DD83-4203-4CCA-A963-BC4E7CD3FE3D}"/>
    <dgm:cxn modelId="{FD35250E-01C3-4B00-BA78-D209EDEF6C88}" srcId="{927F22F5-F274-4F7C-8AF8-B64A814CF454}" destId="{A4F74854-47C4-4265-A6F6-684041EA29AB}" srcOrd="1" destOrd="0" parTransId="{DBDF1AD2-392C-4EF4-8104-9AC7C7D786A2}" sibTransId="{A309B5D6-4321-40A6-BFA4-E05B1573708C}"/>
    <dgm:cxn modelId="{40559A0F-4187-480D-ABEC-2D1C807F3A61}" type="presOf" srcId="{F15E9645-27E1-45A5-8E5E-22148956A0BF}" destId="{8CDFF343-40AA-4061-9DBB-078FA5942733}" srcOrd="1" destOrd="0" presId="urn:microsoft.com/office/officeart/2005/8/layout/orgChart1"/>
    <dgm:cxn modelId="{0F4A0610-D50D-4771-9A6E-F97DB67B53F9}" type="presOf" srcId="{340B2AC6-2EDF-4257-81A1-07A60FF193C3}" destId="{53D64B4E-19F8-47DA-99D2-4D5A509FF1AC}" srcOrd="0" destOrd="0" presId="urn:microsoft.com/office/officeart/2005/8/layout/orgChart1"/>
    <dgm:cxn modelId="{9C543A12-87DB-47B4-9532-440D3CB6BE8E}" type="presOf" srcId="{76EB1A73-389E-4488-8E7E-53CC88C5FA0C}" destId="{4CFD5646-0AE1-4DDB-AE2D-789307E702DE}" srcOrd="1" destOrd="0" presId="urn:microsoft.com/office/officeart/2005/8/layout/orgChart1"/>
    <dgm:cxn modelId="{47F8D012-CB5E-4728-89EF-2232E93F463E}" type="presOf" srcId="{F5206EDC-F3D2-47AD-9B02-534ABAAE9E0B}" destId="{D00D6125-B634-4437-8BB3-03C081356293}" srcOrd="1" destOrd="0" presId="urn:microsoft.com/office/officeart/2005/8/layout/orgChart1"/>
    <dgm:cxn modelId="{E8A9E813-51FA-4FB5-BA52-A7F9C431420A}" type="presOf" srcId="{6AC03C77-6505-4BB5-B496-8188F6234DAC}" destId="{7F2C1A99-597E-4D37-9B66-B39C53272A11}" srcOrd="0" destOrd="0" presId="urn:microsoft.com/office/officeart/2005/8/layout/orgChart1"/>
    <dgm:cxn modelId="{38F79F1A-951C-4F01-8EEB-6E8422BB176B}" type="presOf" srcId="{0CD95987-4123-4CAD-BDAC-6429B502EBC1}" destId="{6AE63C16-E517-49D0-B62A-9B553648AEE2}" srcOrd="0" destOrd="0" presId="urn:microsoft.com/office/officeart/2005/8/layout/orgChart1"/>
    <dgm:cxn modelId="{547C0A1C-FA69-4C9D-944E-70E797AFA226}" type="presOf" srcId="{6C58438F-195D-47D7-A155-176C7810A75B}" destId="{5C67038F-4253-47B8-9D34-8C7AC964262F}" srcOrd="0" destOrd="0" presId="urn:microsoft.com/office/officeart/2005/8/layout/orgChart1"/>
    <dgm:cxn modelId="{7199DB1C-E5A5-47AF-9B81-B882EA23F5CA}" type="presOf" srcId="{97C007A4-D929-4386-89D8-A4A9E861AB79}" destId="{50A41C5D-B661-4CA9-8F71-1E7692DA16FB}" srcOrd="1" destOrd="0" presId="urn:microsoft.com/office/officeart/2005/8/layout/orgChart1"/>
    <dgm:cxn modelId="{67D3011D-E80D-4CB6-BF86-6B7C10BAC8AE}" type="presOf" srcId="{C703F7BC-B9B5-4B91-9C96-9C1644303154}" destId="{011DC6EB-CE87-48EE-80B9-3F1C1C410480}" srcOrd="1" destOrd="0" presId="urn:microsoft.com/office/officeart/2005/8/layout/orgChart1"/>
    <dgm:cxn modelId="{FC6F021D-4ACD-446A-B613-6FBAF24C6BCD}" srcId="{0A6A6A10-74D0-433D-9482-F68E66668FCB}" destId="{4FBBE22A-8A97-47AD-A5C0-DA02EBC25832}" srcOrd="0" destOrd="0" parTransId="{9AB45F11-A598-4C4C-B588-7F8DDCE96915}" sibTransId="{630D6872-B7BE-4C0F-8FFB-A73D8D1BD58E}"/>
    <dgm:cxn modelId="{6ED0EB20-A023-4AFD-B9BD-0260B89BAFA5}" type="presOf" srcId="{E365CDEB-C144-48CD-B346-40C3FE20B993}" destId="{78F4D765-253F-414D-95AE-A44AC7C4121D}" srcOrd="0" destOrd="0" presId="urn:microsoft.com/office/officeart/2005/8/layout/orgChart1"/>
    <dgm:cxn modelId="{B7711125-D1B3-421D-B4BD-E0BAFD412E09}" type="presOf" srcId="{32597E4F-A682-4332-88FA-206B853AF567}" destId="{C68A3AF4-1AC2-42B1-92F4-F2E2221B210A}" srcOrd="0" destOrd="0" presId="urn:microsoft.com/office/officeart/2005/8/layout/orgChart1"/>
    <dgm:cxn modelId="{274E2D25-7D6B-4AA5-A2D4-9978EF51F833}" srcId="{F262FDC2-8ECE-49A5-AD75-42A31E5405FE}" destId="{CB40AECE-19AB-472F-B870-CAC4C4C427FE}" srcOrd="4" destOrd="0" parTransId="{4C8A33D4-AF90-4BAF-ADCF-6A9D061C00B2}" sibTransId="{861E519B-1CA3-4BB3-B232-75599C76C467}"/>
    <dgm:cxn modelId="{5088B525-E5E6-4735-9D3E-741D737526A2}" srcId="{0A6A6A10-74D0-433D-9482-F68E66668FCB}" destId="{E5A20444-FA79-4055-BD04-0CF2FBF6B378}" srcOrd="3" destOrd="0" parTransId="{DED84E5F-8E3E-4D3A-A39E-ADCA76B79D68}" sibTransId="{C330EC09-93F4-4F16-9700-74AC3ED103C0}"/>
    <dgm:cxn modelId="{EE0DF726-F79C-47A1-A35B-23D599453944}" type="presOf" srcId="{960E4764-7C31-4741-B839-47A4B04DB9EB}" destId="{20033B46-1B01-4DB2-BE1A-E5371FFB1207}" srcOrd="0" destOrd="0" presId="urn:microsoft.com/office/officeart/2005/8/layout/orgChart1"/>
    <dgm:cxn modelId="{AFFD2A2B-2BA6-4850-BC83-FD54C5AE7A04}" type="presOf" srcId="{97C007A4-D929-4386-89D8-A4A9E861AB79}" destId="{C3051797-4788-4597-A9B6-00D975330A4F}" srcOrd="0" destOrd="0" presId="urn:microsoft.com/office/officeart/2005/8/layout/orgChart1"/>
    <dgm:cxn modelId="{3960322B-CFA4-46D6-B2EB-478B8C1DD0C8}" srcId="{0E7D951F-7156-41D0-BF82-8530D140D809}" destId="{15EC0A71-08AC-4398-8154-95ACEB1FB77D}" srcOrd="3" destOrd="0" parTransId="{29DC80B4-4858-4CFE-84CA-9D7EEE496E30}" sibTransId="{101F77E6-4AB9-4D2E-BAC0-14D41F651669}"/>
    <dgm:cxn modelId="{D02FB92D-2F4B-4D37-85C7-6506DBAA038E}" type="presOf" srcId="{2288446C-EDB6-484E-B8CD-FB5EB82FD3EF}" destId="{D95F8BF2-A2B2-457B-A64D-B1093E275C65}" srcOrd="0" destOrd="0" presId="urn:microsoft.com/office/officeart/2005/8/layout/orgChart1"/>
    <dgm:cxn modelId="{1CCEDA35-55AD-4237-AE14-758EE04F2211}" type="presOf" srcId="{F262FDC2-8ECE-49A5-AD75-42A31E5405FE}" destId="{6FCA4C54-A7C8-40DB-A184-0BDDF211F97A}" srcOrd="1" destOrd="0" presId="urn:microsoft.com/office/officeart/2005/8/layout/orgChart1"/>
    <dgm:cxn modelId="{950A7A36-7E7F-4B17-A179-8B15F9B5F53F}" type="presOf" srcId="{BB527D96-8532-4654-B506-4FCD04301F2E}" destId="{7186E083-C0AB-46B3-BA74-32B8434098DB}" srcOrd="0" destOrd="0" presId="urn:microsoft.com/office/officeart/2005/8/layout/orgChart1"/>
    <dgm:cxn modelId="{26B7A637-36D2-4A1D-BC2F-DA2EF4D50B4B}" srcId="{F262FDC2-8ECE-49A5-AD75-42A31E5405FE}" destId="{0A6A6A10-74D0-433D-9482-F68E66668FCB}" srcOrd="5" destOrd="0" parTransId="{960E4764-7C31-4741-B839-47A4B04DB9EB}" sibTransId="{BC9F2B1D-B9E2-4EE4-9250-4867546AD3BD}"/>
    <dgm:cxn modelId="{A1B9C03D-36D3-45D6-813D-9E46604D0E29}" type="presOf" srcId="{F15E9645-27E1-45A5-8E5E-22148956A0BF}" destId="{A9AFF888-2125-40B8-B020-28C0A7614EB5}" srcOrd="0" destOrd="0" presId="urn:microsoft.com/office/officeart/2005/8/layout/orgChart1"/>
    <dgm:cxn modelId="{65C3C83D-FA89-4322-8606-F5F4A848EF40}" type="presOf" srcId="{9ED704C9-9183-4DE0-B9BF-CBECE40716BC}" destId="{24B2F82A-1108-4EA1-8934-A3F76C89D731}" srcOrd="1" destOrd="0" presId="urn:microsoft.com/office/officeart/2005/8/layout/orgChart1"/>
    <dgm:cxn modelId="{E4BADC3E-0590-4792-B4C3-C7EBBB9FE289}" type="presOf" srcId="{0C01BDCD-068D-436B-80D6-60CE164582A1}" destId="{BC948AC3-FC74-44C5-AF96-219655E03702}" srcOrd="0" destOrd="0" presId="urn:microsoft.com/office/officeart/2005/8/layout/orgChart1"/>
    <dgm:cxn modelId="{375E243F-DC4A-4ADE-A1B6-CD2A70F7CAF4}" type="presOf" srcId="{000456DA-F00C-4F9D-8C60-6E7660B2768B}" destId="{7E14BEE0-5D32-4A3E-90D5-3DE8F5EAD9B6}" srcOrd="1" destOrd="0" presId="urn:microsoft.com/office/officeart/2005/8/layout/orgChart1"/>
    <dgm:cxn modelId="{821DED5C-595C-4134-945B-86C3584715C7}" type="presOf" srcId="{15EC0A71-08AC-4398-8154-95ACEB1FB77D}" destId="{0B204A35-B22A-4031-B0A8-D245AE556378}" srcOrd="0" destOrd="0" presId="urn:microsoft.com/office/officeart/2005/8/layout/orgChart1"/>
    <dgm:cxn modelId="{BDA1AB5D-8219-48EC-A20F-953486F0D8A9}" type="presOf" srcId="{0E7D951F-7156-41D0-BF82-8530D140D809}" destId="{5963BADC-6F88-4AB1-AAC8-627BACE0DEF4}" srcOrd="0" destOrd="0" presId="urn:microsoft.com/office/officeart/2005/8/layout/orgChart1"/>
    <dgm:cxn modelId="{360C405E-BFE4-4FFA-96D4-E00178A1707A}" srcId="{0E7D951F-7156-41D0-BF82-8530D140D809}" destId="{79A15AF5-F728-41C6-BB5E-CDB832C0759A}" srcOrd="2" destOrd="0" parTransId="{78EC3EC5-F8D8-40D7-B75F-938E6D0314A4}" sibTransId="{A535D613-2C17-43D0-8A1E-8CD2D004A616}"/>
    <dgm:cxn modelId="{C75C3F42-8D5D-4F31-9F5B-3A107176AF38}" type="presOf" srcId="{F262FDC2-8ECE-49A5-AD75-42A31E5405FE}" destId="{FDA5F314-4B32-4B43-8183-6F0DF0980B58}" srcOrd="0" destOrd="0" presId="urn:microsoft.com/office/officeart/2005/8/layout/orgChart1"/>
    <dgm:cxn modelId="{0AB7EA62-4C33-42ED-AC5B-77F0A652C7F3}" type="presOf" srcId="{2672E1CB-E736-498C-A556-6D63ED172545}" destId="{A0949E47-E3FE-4DCA-A150-E44FB9876CAA}" srcOrd="0" destOrd="0" presId="urn:microsoft.com/office/officeart/2005/8/layout/orgChart1"/>
    <dgm:cxn modelId="{AA5E0844-643C-4C22-89F0-823B23E62678}" type="presOf" srcId="{4C8A33D4-AF90-4BAF-ADCF-6A9D061C00B2}" destId="{25270E46-5B19-4321-9102-CFBFB09AAEF0}" srcOrd="0" destOrd="0" presId="urn:microsoft.com/office/officeart/2005/8/layout/orgChart1"/>
    <dgm:cxn modelId="{89988D64-4B51-4023-B915-4D2F5AF9C75C}" type="presOf" srcId="{5DF1A105-3ED2-4024-8262-F37FDD478CB9}" destId="{4007259C-BF21-4401-A5DB-22D2C66757D0}" srcOrd="1" destOrd="0" presId="urn:microsoft.com/office/officeart/2005/8/layout/orgChart1"/>
    <dgm:cxn modelId="{3A954D46-4EC7-4071-AEC5-3FE05D9D8CF1}" type="presOf" srcId="{D1E25F5C-5276-44B5-90FD-C4BF7AE860E5}" destId="{64A55444-F61E-4793-9D2B-C996E4AF475A}" srcOrd="0" destOrd="0" presId="urn:microsoft.com/office/officeart/2005/8/layout/orgChart1"/>
    <dgm:cxn modelId="{1FBE4947-72E5-4634-A4F1-64A0A1E1D299}" type="presOf" srcId="{C2F255D0-3672-495B-9762-C21DC086F6DD}" destId="{9AF0D11C-6269-4535-B6B5-F46E9187049A}" srcOrd="0" destOrd="0" presId="urn:microsoft.com/office/officeart/2005/8/layout/orgChart1"/>
    <dgm:cxn modelId="{FB8B6F67-9B77-44CF-B560-5877331C0BEF}" type="presOf" srcId="{1A774586-418C-4620-84E4-18E6EB86A7D6}" destId="{0D32391A-0685-41A6-BCC6-3AD02A2F4717}" srcOrd="0" destOrd="0" presId="urn:microsoft.com/office/officeart/2005/8/layout/orgChart1"/>
    <dgm:cxn modelId="{4DB47367-7E58-4197-9FF1-D33ACD04C3B7}" srcId="{C2F255D0-3672-495B-9762-C21DC086F6DD}" destId="{92207626-2C29-4ADD-A926-495AD57A3143}" srcOrd="1" destOrd="0" parTransId="{125C062C-CB86-48AB-9E4C-AB2D854D45CD}" sibTransId="{F0DC3F97-FCD0-4478-B26E-D4A286202C50}"/>
    <dgm:cxn modelId="{20FB0468-EBAD-4203-9D56-6D692E9093AB}" type="presOf" srcId="{74E4729F-BCE1-40AF-928D-51487E09D831}" destId="{0C45C739-FD3A-4DC9-A8ED-96AD44B8A65E}" srcOrd="0" destOrd="0" presId="urn:microsoft.com/office/officeart/2005/8/layout/orgChart1"/>
    <dgm:cxn modelId="{EAE25C68-8963-43E4-A669-5457D3AE6DBA}" type="presOf" srcId="{5DF1A105-3ED2-4024-8262-F37FDD478CB9}" destId="{9131E2F8-9EB7-4B06-97B6-760AA9467BC0}" srcOrd="0" destOrd="0" presId="urn:microsoft.com/office/officeart/2005/8/layout/orgChart1"/>
    <dgm:cxn modelId="{0ECB7C68-A4DF-4809-AF0B-5446C7B451C6}" type="presOf" srcId="{9AB45F11-A598-4C4C-B588-7F8DDCE96915}" destId="{FC136F95-E404-43C1-BA13-2FDF5EB1CDFB}" srcOrd="0" destOrd="0" presId="urn:microsoft.com/office/officeart/2005/8/layout/orgChart1"/>
    <dgm:cxn modelId="{25D0E648-D556-457E-8D53-4D5B061000FA}" type="presOf" srcId="{9ED704C9-9183-4DE0-B9BF-CBECE40716BC}" destId="{21551D50-CCA6-4DC1-943C-CA87992E7A7A}" srcOrd="0" destOrd="0" presId="urn:microsoft.com/office/officeart/2005/8/layout/orgChart1"/>
    <dgm:cxn modelId="{92B10D6A-8E1C-4DE2-91B2-4B64FDE37419}" type="presOf" srcId="{79A15AF5-F728-41C6-BB5E-CDB832C0759A}" destId="{079EB92D-45CD-4516-8166-0CE0B725C7E3}" srcOrd="0" destOrd="0" presId="urn:microsoft.com/office/officeart/2005/8/layout/orgChart1"/>
    <dgm:cxn modelId="{75B4176A-56B7-4E55-9902-341A1D5FE247}" type="presOf" srcId="{4FBBE22A-8A97-47AD-A5C0-DA02EBC25832}" destId="{5A6586C9-FA5B-40C1-B933-B25790D13FFD}" srcOrd="0" destOrd="0" presId="urn:microsoft.com/office/officeart/2005/8/layout/orgChart1"/>
    <dgm:cxn modelId="{5A856D6A-1EC7-42EF-B1EC-ED80A92C0C47}" srcId="{F262FDC2-8ECE-49A5-AD75-42A31E5405FE}" destId="{927F22F5-F274-4F7C-8AF8-B64A814CF454}" srcOrd="3" destOrd="0" parTransId="{0CD95987-4123-4CAD-BDAC-6429B502EBC1}" sibTransId="{B8E9D89E-B438-4C63-959C-992B94C875A0}"/>
    <dgm:cxn modelId="{E59F864B-904C-4AFB-927D-9D2F58ED8AC6}" srcId="{F262FDC2-8ECE-49A5-AD75-42A31E5405FE}" destId="{0E7D951F-7156-41D0-BF82-8530D140D809}" srcOrd="0" destOrd="0" parTransId="{2672E1CB-E736-498C-A556-6D63ED172545}" sibTransId="{55D3BA52-FC21-4F00-A616-4A2B925D0FD3}"/>
    <dgm:cxn modelId="{2788006C-BE5C-4E55-9933-8A3AB24ABA27}" type="presOf" srcId="{DED84E5F-8E3E-4D3A-A39E-ADCA76B79D68}" destId="{C0725B4C-70D8-4BFC-A868-C4055DA9FAED}" srcOrd="0" destOrd="0" presId="urn:microsoft.com/office/officeart/2005/8/layout/orgChart1"/>
    <dgm:cxn modelId="{EE97536C-4B5A-456B-9ACD-608F79101445}" type="presOf" srcId="{DC3776FB-1E76-4614-91C0-03F0D2DA32E7}" destId="{7B38D852-8C22-41B0-9A7F-F63D12366746}" srcOrd="0" destOrd="0" presId="urn:microsoft.com/office/officeart/2005/8/layout/orgChart1"/>
    <dgm:cxn modelId="{2DE6804C-C1EB-46A4-AE5A-19F27533FAE8}" type="presOf" srcId="{3FD1B55E-1BB3-4041-BBB0-1876C69831F1}" destId="{EBF81391-87DF-4D27-BB77-5D9F17735C5B}" srcOrd="0" destOrd="0" presId="urn:microsoft.com/office/officeart/2005/8/layout/orgChart1"/>
    <dgm:cxn modelId="{E821996C-1A4D-4359-9A40-6DA8C1F0BB40}" type="presOf" srcId="{C8B16904-589E-445A-9973-6ED6247F4278}" destId="{0CB97845-390A-47CD-A72B-D8DD36DC90DC}" srcOrd="0" destOrd="0" presId="urn:microsoft.com/office/officeart/2005/8/layout/orgChart1"/>
    <dgm:cxn modelId="{3D35AE4C-7AD2-445C-9FE8-1FDC04365D5B}" srcId="{C703F7BC-B9B5-4B91-9C96-9C1644303154}" destId="{0C01BDCD-068D-436B-80D6-60CE164582A1}" srcOrd="3" destOrd="0" parTransId="{B0CBE730-553E-4ED3-A5AC-34AB02E7BF89}" sibTransId="{2D9C20C1-9425-4319-A1F9-A9B73C869E2B}"/>
    <dgm:cxn modelId="{CA0AC66C-34B6-41F2-8224-5396CB1BCD57}" type="presOf" srcId="{B0CBE730-553E-4ED3-A5AC-34AB02E7BF89}" destId="{05F27DFD-FA57-417E-89E7-C8BAF13AB9E2}" srcOrd="0" destOrd="0" presId="urn:microsoft.com/office/officeart/2005/8/layout/orgChart1"/>
    <dgm:cxn modelId="{F4A03A4D-30FB-4979-88E2-7ACABDD99370}" srcId="{927F22F5-F274-4F7C-8AF8-B64A814CF454}" destId="{1F5B7C03-EB79-4EE4-99FF-89DE8DA72301}" srcOrd="2" destOrd="0" parTransId="{54F3EBCF-92F1-48CF-9154-4411E6161185}" sibTransId="{3BFB1752-06DB-4B11-A90F-70B451BF36FC}"/>
    <dgm:cxn modelId="{D36DF16E-A959-45E2-A4D2-E9AF74907DAE}" type="presOf" srcId="{A908E7FD-3F27-471B-83A8-3C42D88A5D79}" destId="{9E57C301-6250-4F3E-B4D9-5F297C73069F}" srcOrd="0" destOrd="0" presId="urn:microsoft.com/office/officeart/2005/8/layout/orgChart1"/>
    <dgm:cxn modelId="{F7D84B50-45C9-4476-A20A-E10860DECA20}" srcId="{0A6A6A10-74D0-433D-9482-F68E66668FCB}" destId="{3FD1B55E-1BB3-4041-BBB0-1876C69831F1}" srcOrd="2" destOrd="0" parTransId="{6AC03C77-6505-4BB5-B496-8188F6234DAC}" sibTransId="{160B3EAF-B163-4AF6-8B3C-2ED5038E27D9}"/>
    <dgm:cxn modelId="{9FB18F50-0C75-49D8-8DD9-F26268F6A6CA}" type="presOf" srcId="{2288446C-EDB6-484E-B8CD-FB5EB82FD3EF}" destId="{E8B464BB-54D4-4447-A49D-42DA498504B6}" srcOrd="1" destOrd="0" presId="urn:microsoft.com/office/officeart/2005/8/layout/orgChart1"/>
    <dgm:cxn modelId="{EB674E54-192D-447C-84C9-C9E0E9A81168}" srcId="{CB40AECE-19AB-472F-B870-CAC4C4C427FE}" destId="{FAFAA65A-544E-400C-9ECA-E3360BB2BC0E}" srcOrd="3" destOrd="0" parTransId="{BB527D96-8532-4654-B506-4FCD04301F2E}" sibTransId="{01A81616-4825-4019-8C53-29785E71D079}"/>
    <dgm:cxn modelId="{EAB2E754-7DD7-44DA-99B4-3CE93CA5B32C}" type="presOf" srcId="{4FBBE22A-8A97-47AD-A5C0-DA02EBC25832}" destId="{1726BC01-8242-4CDD-B6B2-F7ED6F2F0F51}" srcOrd="1" destOrd="0" presId="urn:microsoft.com/office/officeart/2005/8/layout/orgChart1"/>
    <dgm:cxn modelId="{07114C55-F9C2-43FA-BB72-AE15AEA45B90}" type="presOf" srcId="{9DB375C3-EB83-4A48-BF84-E7A09D1D7865}" destId="{9036E9CC-2863-4FDF-B799-75CA8D8EB49F}" srcOrd="0" destOrd="0" presId="urn:microsoft.com/office/officeart/2005/8/layout/orgChart1"/>
    <dgm:cxn modelId="{5B2C8776-F3FD-4700-8566-4B873D90B5F8}" type="presOf" srcId="{AAF49E54-49B6-4193-AD73-F6663EDFB507}" destId="{728E142B-CBD3-44C1-9349-BE713E54F8C9}" srcOrd="0" destOrd="0" presId="urn:microsoft.com/office/officeart/2005/8/layout/orgChart1"/>
    <dgm:cxn modelId="{EEFF6B57-6623-49C8-9FC2-C7D9B66AF272}" type="presOf" srcId="{79A15AF5-F728-41C6-BB5E-CDB832C0759A}" destId="{734D5F4C-6095-4A3F-93F3-B33F8651B570}" srcOrd="1" destOrd="0" presId="urn:microsoft.com/office/officeart/2005/8/layout/orgChart1"/>
    <dgm:cxn modelId="{B5A96B59-7605-42BA-AF07-0D817EC3A83B}" srcId="{340B2AC6-2EDF-4257-81A1-07A60FF193C3}" destId="{76EB1A73-389E-4488-8E7E-53CC88C5FA0C}" srcOrd="0" destOrd="0" parTransId="{A4A0F113-CB35-472A-9FE2-7E4BC04330B3}" sibTransId="{2338EE93-7793-4D2C-BF7D-93B6A8530AE2}"/>
    <dgm:cxn modelId="{EB159559-34AC-4115-8A46-E4FA628751F5}" type="presOf" srcId="{644B2DF8-7A0D-4A21-BF3A-6FAA87F92E5A}" destId="{C0BF4268-1976-44C7-8CFE-50B2EE839AD8}" srcOrd="0" destOrd="0" presId="urn:microsoft.com/office/officeart/2005/8/layout/orgChart1"/>
    <dgm:cxn modelId="{C0E5405A-CB8D-45DF-850E-EEEBBBFFB2F3}" type="presOf" srcId="{3702CADF-611C-4A4C-A4F7-D68F16222CF6}" destId="{C7B09E4E-60D1-4F00-977E-5DE301300ACA}" srcOrd="0" destOrd="0" presId="urn:microsoft.com/office/officeart/2005/8/layout/orgChart1"/>
    <dgm:cxn modelId="{5C461B7C-9ACD-4C40-AC20-BB3A7A1E0EED}" type="presOf" srcId="{1F5B7C03-EB79-4EE4-99FF-89DE8DA72301}" destId="{361813F2-579C-4893-A47A-22C7F23DD4D5}" srcOrd="1" destOrd="0" presId="urn:microsoft.com/office/officeart/2005/8/layout/orgChart1"/>
    <dgm:cxn modelId="{466F3A7E-D5CF-40FF-9065-FA63B08DD08A}" type="presOf" srcId="{C703F7BC-B9B5-4B91-9C96-9C1644303154}" destId="{4D8A9394-20CF-402E-875A-E11DD9853130}" srcOrd="0" destOrd="0" presId="urn:microsoft.com/office/officeart/2005/8/layout/orgChart1"/>
    <dgm:cxn modelId="{9056DA81-380A-4DEA-9D0A-1F613C69F857}" srcId="{F262FDC2-8ECE-49A5-AD75-42A31E5405FE}" destId="{C2F255D0-3672-495B-9762-C21DC086F6DD}" srcOrd="6" destOrd="0" parTransId="{CCF475E9-8D4D-4267-B9B8-2C7E7EDDC71C}" sibTransId="{3E6E33BB-7CA2-4EF4-B9A8-B15A5B04CA80}"/>
    <dgm:cxn modelId="{D6590483-47FE-439D-A279-15ADE8C78EAC}" srcId="{927F22F5-F274-4F7C-8AF8-B64A814CF454}" destId="{E365CDEB-C144-48CD-B346-40C3FE20B993}" srcOrd="0" destOrd="0" parTransId="{990431B1-43CC-4D64-B730-A2796B2FD31E}" sibTransId="{786C8C02-6F9A-4E3F-BD39-1FA09A6B2E3F}"/>
    <dgm:cxn modelId="{46BECE83-B935-464A-9B30-EA5BCD3232EE}" srcId="{340B2AC6-2EDF-4257-81A1-07A60FF193C3}" destId="{37E50B60-ADE2-45BE-9666-DAC589D7249E}" srcOrd="2" destOrd="0" parTransId="{6C58438F-195D-47D7-A155-176C7810A75B}" sibTransId="{110CA950-D736-4040-8115-E2AABDD6FC2A}"/>
    <dgm:cxn modelId="{1572A486-2357-4B8D-BA76-5C1A689D9EE8}" srcId="{340B2AC6-2EDF-4257-81A1-07A60FF193C3}" destId="{97C007A4-D929-4386-89D8-A4A9E861AB79}" srcOrd="3" destOrd="0" parTransId="{32597E4F-A682-4332-88FA-206B853AF567}" sibTransId="{330D5F57-14EA-42A3-BAC3-6CB11993A131}"/>
    <dgm:cxn modelId="{F206C088-ED55-470A-A374-C72C70F1CFDD}" type="presOf" srcId="{92207626-2C29-4ADD-A926-495AD57A3143}" destId="{ACCEDA4C-1889-4DCE-BE47-021746FBB6C6}" srcOrd="0" destOrd="0" presId="urn:microsoft.com/office/officeart/2005/8/layout/orgChart1"/>
    <dgm:cxn modelId="{A912238D-3914-4275-BBA8-3DB50E78F5A8}" type="presOf" srcId="{29DC80B4-4858-4CFE-84CA-9D7EEE496E30}" destId="{0087F21C-B2BF-4EF8-B0FC-229884FB4A70}" srcOrd="0" destOrd="0" presId="urn:microsoft.com/office/officeart/2005/8/layout/orgChart1"/>
    <dgm:cxn modelId="{FE2DD58D-BB9B-4C57-B697-4086F28563A7}" type="presOf" srcId="{4A74FEF7-73A5-4F79-BCC2-130F2040F987}" destId="{829314BD-1D8B-497C-A8FD-7B331E33F0DD}" srcOrd="0" destOrd="0" presId="urn:microsoft.com/office/officeart/2005/8/layout/orgChart1"/>
    <dgm:cxn modelId="{9667EA8F-AA8C-46C8-AFCA-25FC12849177}" type="presOf" srcId="{37E50B60-ADE2-45BE-9666-DAC589D7249E}" destId="{06FBB14A-6EF4-430B-9C39-640BA03FF97F}" srcOrd="1" destOrd="0" presId="urn:microsoft.com/office/officeart/2005/8/layout/orgChart1"/>
    <dgm:cxn modelId="{FC786393-D478-4B43-BA19-02E79F1EDAA7}" srcId="{F262FDC2-8ECE-49A5-AD75-42A31E5405FE}" destId="{340B2AC6-2EDF-4257-81A1-07A60FF193C3}" srcOrd="2" destOrd="0" parTransId="{1C3BFA65-C7E1-47CF-9E98-72BCBEC6A092}" sibTransId="{AC6FA0BC-DE7E-4214-88AD-A870EC9722B7}"/>
    <dgm:cxn modelId="{6704E693-FCC3-4E52-B125-4485D7FB5153}" type="presOf" srcId="{F5206EDC-F3D2-47AD-9B02-534ABAAE9E0B}" destId="{74B1FCC8-27B0-4D6D-B121-E150790439A1}" srcOrd="0" destOrd="0" presId="urn:microsoft.com/office/officeart/2005/8/layout/orgChart1"/>
    <dgm:cxn modelId="{12AF5794-930C-4D29-BDAF-F2BE14D7C932}" type="presOf" srcId="{6A167856-EC84-4D44-8F83-4451AE44564B}" destId="{93132438-48EF-4BF3-B099-7AFEE92C0C13}" srcOrd="0" destOrd="0" presId="urn:microsoft.com/office/officeart/2005/8/layout/orgChart1"/>
    <dgm:cxn modelId="{466D2196-6F4F-4F0A-8966-025F711CFAA0}" type="presOf" srcId="{E5A20444-FA79-4055-BD04-0CF2FBF6B378}" destId="{B2E98222-DAC6-49E2-9F5A-910A1DEF263E}" srcOrd="1" destOrd="0" presId="urn:microsoft.com/office/officeart/2005/8/layout/orgChart1"/>
    <dgm:cxn modelId="{F7EEC497-6EE5-442B-82FA-C82A0D79CB43}" type="presOf" srcId="{1AB6E708-C028-4EE6-AAD5-99CB759DFA01}" destId="{D7595D59-ED50-48F5-82EA-1934B1392435}" srcOrd="0" destOrd="0" presId="urn:microsoft.com/office/officeart/2005/8/layout/orgChart1"/>
    <dgm:cxn modelId="{195B5B98-5B53-4527-B70C-6E65413E851A}" srcId="{C2F255D0-3672-495B-9762-C21DC086F6DD}" destId="{000456DA-F00C-4F9D-8C60-6E7660B2768B}" srcOrd="2" destOrd="0" parTransId="{9DB375C3-EB83-4A48-BF84-E7A09D1D7865}" sibTransId="{93056FD5-7635-4E28-973F-818B14CFC54B}"/>
    <dgm:cxn modelId="{3CBD4A9A-ACB7-44BE-BB6D-7474AC74C3B2}" type="presOf" srcId="{CCF475E9-8D4D-4267-B9B8-2C7E7EDDC71C}" destId="{587F7F18-82EB-49F0-9B53-909DF2D79A46}" srcOrd="0" destOrd="0" presId="urn:microsoft.com/office/officeart/2005/8/layout/orgChart1"/>
    <dgm:cxn modelId="{C3D4089B-E8C9-4940-81FF-88B5163E02CC}" type="presOf" srcId="{A4F74854-47C4-4265-A6F6-684041EA29AB}" destId="{555C96BE-8351-4FB0-932C-E9A6B1ADD602}" srcOrd="0" destOrd="0" presId="urn:microsoft.com/office/officeart/2005/8/layout/orgChart1"/>
    <dgm:cxn modelId="{2C58A89B-AD38-4B54-AB2F-D3A8B0C23CE1}" type="presOf" srcId="{000456DA-F00C-4F9D-8C60-6E7660B2768B}" destId="{6D010037-3DBD-4F60-80E7-92C04A85E862}" srcOrd="0" destOrd="0" presId="urn:microsoft.com/office/officeart/2005/8/layout/orgChart1"/>
    <dgm:cxn modelId="{F2CDFA9D-6940-4E8F-A611-C454339C3F95}" type="presOf" srcId="{76EB1A73-389E-4488-8E7E-53CC88C5FA0C}" destId="{021C4F2F-B610-4686-AF0C-B35018128A22}" srcOrd="0" destOrd="0" presId="urn:microsoft.com/office/officeart/2005/8/layout/orgChart1"/>
    <dgm:cxn modelId="{3087379F-64B7-444F-99B2-1D98F54618C6}" type="presOf" srcId="{6977288A-370B-41D1-98DA-2E9E45E9CB9B}" destId="{EF207E90-4631-4DBA-A58E-28E5BF601D47}" srcOrd="1" destOrd="0" presId="urn:microsoft.com/office/officeart/2005/8/layout/orgChart1"/>
    <dgm:cxn modelId="{C0CE0BA0-4429-4173-96D2-F2AED109B506}" type="presOf" srcId="{3CA8780E-D2BA-4134-AECE-2C7753B256E3}" destId="{A059B3B5-1DE8-4EF1-A5DC-FCAA59E36216}" srcOrd="0" destOrd="0" presId="urn:microsoft.com/office/officeart/2005/8/layout/orgChart1"/>
    <dgm:cxn modelId="{C1C395A4-1289-4A8E-BC5E-FCE74011BEA6}" type="presOf" srcId="{0E7D951F-7156-41D0-BF82-8530D140D809}" destId="{59A4F14A-3A99-434A-A7D8-7FD127E2A811}" srcOrd="1" destOrd="0" presId="urn:microsoft.com/office/officeart/2005/8/layout/orgChart1"/>
    <dgm:cxn modelId="{D65F04A5-2B41-43B7-8A1E-66BE9C893DB9}" srcId="{74E4729F-BCE1-40AF-928D-51487E09D831}" destId="{F262FDC2-8ECE-49A5-AD75-42A31E5405FE}" srcOrd="0" destOrd="0" parTransId="{FA156A95-CCCF-46F1-AF9F-E428F9AF2101}" sibTransId="{1BED4368-9966-41CD-8242-0489C037EEDB}"/>
    <dgm:cxn modelId="{B2E7E6A6-ED41-40AE-8332-6CA88AEDAED2}" type="presOf" srcId="{3FD1B55E-1BB3-4041-BBB0-1876C69831F1}" destId="{7DF5B91F-DE38-4C52-A4AC-860A5CCB0CFE}" srcOrd="1" destOrd="0" presId="urn:microsoft.com/office/officeart/2005/8/layout/orgChart1"/>
    <dgm:cxn modelId="{0BF206AC-D0B9-4E55-B121-88BB7E001A33}" type="presOf" srcId="{1A774586-418C-4620-84E4-18E6EB86A7D6}" destId="{69F76531-5D49-4B5C-8286-AE6A1FE8788B}" srcOrd="1" destOrd="0" presId="urn:microsoft.com/office/officeart/2005/8/layout/orgChart1"/>
    <dgm:cxn modelId="{508421AC-CC25-442A-9787-BF97E864D5DF}" type="presOf" srcId="{B6B44463-544F-4812-89F2-8F54BD668D1F}" destId="{F9D24E9E-6F0C-421E-AE51-02DF1B71A52D}" srcOrd="1" destOrd="0" presId="urn:microsoft.com/office/officeart/2005/8/layout/orgChart1"/>
    <dgm:cxn modelId="{7BA1C5AC-D796-4C27-B66D-27E57868A7AB}" srcId="{CB40AECE-19AB-472F-B870-CAC4C4C427FE}" destId="{5DF1A105-3ED2-4024-8262-F37FDD478CB9}" srcOrd="2" destOrd="0" parTransId="{644B2DF8-7A0D-4A21-BF3A-6FAA87F92E5A}" sibTransId="{3BAA9C03-D478-49F2-859F-5051326B2B63}"/>
    <dgm:cxn modelId="{FB90A2AD-20CA-4244-B243-90F24B32EC51}" type="presOf" srcId="{CB40AECE-19AB-472F-B870-CAC4C4C427FE}" destId="{45F858DD-125B-4FAD-86B9-621968166D86}" srcOrd="1" destOrd="0" presId="urn:microsoft.com/office/officeart/2005/8/layout/orgChart1"/>
    <dgm:cxn modelId="{50D215AE-CD13-4FE0-B6D6-C7E2B7C07B46}" srcId="{340B2AC6-2EDF-4257-81A1-07A60FF193C3}" destId="{EBA21457-3E7E-4EBB-AD97-90431B1F0067}" srcOrd="5" destOrd="0" parTransId="{D1E25F5C-5276-44B5-90FD-C4BF7AE860E5}" sibTransId="{7D782FAC-3FCF-4C70-B549-90D815AFB980}"/>
    <dgm:cxn modelId="{8A15D2AE-D0BE-487F-B12C-993D75C13E1D}" type="presOf" srcId="{91864E07-5C32-46C2-8D7F-2753D9870B76}" destId="{BCBA61D8-9814-4417-B983-B11C8CF5991C}" srcOrd="0" destOrd="0" presId="urn:microsoft.com/office/officeart/2005/8/layout/orgChart1"/>
    <dgm:cxn modelId="{CD2A69AF-5FB1-4F03-93B8-98C02252DED0}" type="presOf" srcId="{A4A0F113-CB35-472A-9FE2-7E4BC04330B3}" destId="{0ACFBB80-4401-4E04-8B6D-16BCF4F5419A}" srcOrd="0" destOrd="0" presId="urn:microsoft.com/office/officeart/2005/8/layout/orgChart1"/>
    <dgm:cxn modelId="{1BB638B1-9E90-4B14-B444-9A55C65CD5CF}" type="presOf" srcId="{EBA21457-3E7E-4EBB-AD97-90431B1F0067}" destId="{150A71F0-A433-471E-B475-35DE4A5DED35}" srcOrd="1" destOrd="0" presId="urn:microsoft.com/office/officeart/2005/8/layout/orgChart1"/>
    <dgm:cxn modelId="{E0B33DB2-D4BB-42D5-B8EA-E20EC412AA84}" type="presOf" srcId="{EBA21457-3E7E-4EBB-AD97-90431B1F0067}" destId="{2239EF3F-44FF-4704-AF3B-5C8800DD9467}" srcOrd="0" destOrd="0" presId="urn:microsoft.com/office/officeart/2005/8/layout/orgChart1"/>
    <dgm:cxn modelId="{0FFBB7B2-AFA7-4A11-9112-7097F521D23C}" type="presOf" srcId="{5434FA33-B585-43E1-9FA2-4DE9F2B634DD}" destId="{A191B63C-8D0B-4EB6-BCFD-C9BBB92AF3BA}" srcOrd="0" destOrd="0" presId="urn:microsoft.com/office/officeart/2005/8/layout/orgChart1"/>
    <dgm:cxn modelId="{DACA77B3-6D98-4CC8-B1A9-0B8DC223D3C5}" type="presOf" srcId="{AAF49E54-49B6-4193-AD73-F6663EDFB507}" destId="{0F5C041F-779E-4913-AD2D-2FA1D1E817F7}" srcOrd="1" destOrd="0" presId="urn:microsoft.com/office/officeart/2005/8/layout/orgChart1"/>
    <dgm:cxn modelId="{5B8A7BB3-0E15-4C18-A7B7-578E06424ACB}" type="presOf" srcId="{DBDF1AD2-392C-4EF4-8104-9AC7C7D786A2}" destId="{43E6A167-A7F3-4925-A061-EA055BA52861}" srcOrd="0" destOrd="0" presId="urn:microsoft.com/office/officeart/2005/8/layout/orgChart1"/>
    <dgm:cxn modelId="{A4F2A9B3-7507-4A3D-AC60-B1E46077651E}" type="presOf" srcId="{1F5B7C03-EB79-4EE4-99FF-89DE8DA72301}" destId="{26FFF49D-DDE7-414C-8438-85E40D58A0CA}" srcOrd="0" destOrd="0" presId="urn:microsoft.com/office/officeart/2005/8/layout/orgChart1"/>
    <dgm:cxn modelId="{3150B0B4-6FF4-401C-8E35-D08D58652F17}" type="presOf" srcId="{54F3EBCF-92F1-48CF-9154-4411E6161185}" destId="{2AE0B4D0-88D1-4249-9F7E-3F314A5FA75D}" srcOrd="0" destOrd="0" presId="urn:microsoft.com/office/officeart/2005/8/layout/orgChart1"/>
    <dgm:cxn modelId="{1DDA92B8-A04B-4725-941A-1FB6470F9EE8}" srcId="{340B2AC6-2EDF-4257-81A1-07A60FF193C3}" destId="{B6B44463-544F-4812-89F2-8F54BD668D1F}" srcOrd="4" destOrd="0" parTransId="{1AB6E708-C028-4EE6-AAD5-99CB759DFA01}" sibTransId="{012C973B-2D16-44EF-BBA0-C7629065CA17}"/>
    <dgm:cxn modelId="{24714DBA-93CD-41EA-B691-23227EA2B376}" srcId="{C703F7BC-B9B5-4B91-9C96-9C1644303154}" destId="{3CA8780E-D2BA-4134-AECE-2C7753B256E3}" srcOrd="0" destOrd="0" parTransId="{4A74FEF7-73A5-4F79-BCC2-130F2040F987}" sibTransId="{35205C76-DBF7-4140-B7A1-6377C6049148}"/>
    <dgm:cxn modelId="{FAC399BC-A768-47EE-B490-BF1224A10FA8}" type="presOf" srcId="{340B2AC6-2EDF-4257-81A1-07A60FF193C3}" destId="{2456F970-2E10-4790-9EE6-6A2D3BE43BE0}" srcOrd="1" destOrd="0" presId="urn:microsoft.com/office/officeart/2005/8/layout/orgChart1"/>
    <dgm:cxn modelId="{BD0B67BD-B6EB-4777-9B8B-C2AD772A3CF6}" type="presOf" srcId="{CB40AECE-19AB-472F-B870-CAC4C4C427FE}" destId="{2101BDC9-07C4-4B1E-81FC-6B930159EE75}" srcOrd="0" destOrd="0" presId="urn:microsoft.com/office/officeart/2005/8/layout/orgChart1"/>
    <dgm:cxn modelId="{93A979C1-0CE9-4C53-871F-B39149672DD0}" type="presOf" srcId="{92207626-2C29-4ADD-A926-495AD57A3143}" destId="{4090A9D7-E075-420E-87A3-65F36A525F7A}" srcOrd="1" destOrd="0" presId="urn:microsoft.com/office/officeart/2005/8/layout/orgChart1"/>
    <dgm:cxn modelId="{A947EAC2-8813-462D-98A7-CC8A8C9793BA}" type="presOf" srcId="{E5A20444-FA79-4055-BD04-0CF2FBF6B378}" destId="{BC3527FF-66B8-4DA2-ADBB-6877F3BEE16D}" srcOrd="0" destOrd="0" presId="urn:microsoft.com/office/officeart/2005/8/layout/orgChart1"/>
    <dgm:cxn modelId="{41DB78C8-C52D-4D43-B430-3BE4B98F70DB}" type="presOf" srcId="{5434FA33-B585-43E1-9FA2-4DE9F2B634DD}" destId="{443B716B-BC27-4C67-8637-B53363A5EB15}" srcOrd="1" destOrd="0" presId="urn:microsoft.com/office/officeart/2005/8/layout/orgChart1"/>
    <dgm:cxn modelId="{8FCE60CA-3BA4-482F-8927-AD008DA84E84}" srcId="{C2F255D0-3672-495B-9762-C21DC086F6DD}" destId="{5434FA33-B585-43E1-9FA2-4DE9F2B634DD}" srcOrd="0" destOrd="0" parTransId="{91864E07-5C32-46C2-8D7F-2753D9870B76}" sibTransId="{03EF517E-AFAF-4A8C-94C5-92607AD7D0C2}"/>
    <dgm:cxn modelId="{79EC30CD-7190-459F-B08F-A3E753EAC1D9}" type="presOf" srcId="{37E50B60-ADE2-45BE-9666-DAC589D7249E}" destId="{21A2C209-B39C-4CD6-9E3F-B6E2D13A7383}" srcOrd="0" destOrd="0" presId="urn:microsoft.com/office/officeart/2005/8/layout/orgChart1"/>
    <dgm:cxn modelId="{90BD7BD2-3F20-4C44-B163-582F5E41966D}" type="presOf" srcId="{098FBF9F-B4AA-4039-99EE-BAF7AE4404DA}" destId="{8E40ECA7-F35B-429B-A7D6-04453C576B45}" srcOrd="0" destOrd="0" presId="urn:microsoft.com/office/officeart/2005/8/layout/orgChart1"/>
    <dgm:cxn modelId="{58BF07D4-4B57-4FD2-8056-E05CDB72EDC5}" type="presOf" srcId="{1C3BFA65-C7E1-47CF-9E98-72BCBEC6A092}" destId="{DB00760A-B54D-4DD9-B47E-035FB9D39BF3}" srcOrd="0" destOrd="0" presId="urn:microsoft.com/office/officeart/2005/8/layout/orgChart1"/>
    <dgm:cxn modelId="{E32B19D6-F32C-4B83-8F56-7878D8CD4941}" srcId="{C703F7BC-B9B5-4B91-9C96-9C1644303154}" destId="{DC3776FB-1E76-4614-91C0-03F0D2DA32E7}" srcOrd="1" destOrd="0" parTransId="{098FBF9F-B4AA-4039-99EE-BAF7AE4404DA}" sibTransId="{20D6BCB2-9936-421B-A094-A66A6A9DD6FD}"/>
    <dgm:cxn modelId="{B8784AD6-D7AA-4FC0-95F3-7A9F2470788C}" type="presOf" srcId="{CB6CF9A7-FD34-4553-910D-19DE37BD604E}" destId="{7BD5D943-6788-4CC3-BA27-CCCB85BF6BD5}" srcOrd="0" destOrd="0" presId="urn:microsoft.com/office/officeart/2005/8/layout/orgChart1"/>
    <dgm:cxn modelId="{09C48FD6-CDB5-401E-B4C1-A8A07029187C}" type="presOf" srcId="{FAFAA65A-544E-400C-9ECA-E3360BB2BC0E}" destId="{35F6DDB7-16A2-4DD9-8C2A-5314AF4DC03E}" srcOrd="0" destOrd="0" presId="urn:microsoft.com/office/officeart/2005/8/layout/orgChart1"/>
    <dgm:cxn modelId="{3B1471D7-9EAD-404F-99EF-D2BF44D3C369}" srcId="{0E7D951F-7156-41D0-BF82-8530D140D809}" destId="{F5206EDC-F3D2-47AD-9B02-534ABAAE9E0B}" srcOrd="1" destOrd="0" parTransId="{CB6CF9A7-FD34-4553-910D-19DE37BD604E}" sibTransId="{53FE1EFF-63FF-4011-9336-CFE319D990BF}"/>
    <dgm:cxn modelId="{16508FDD-4D0E-4C57-A6E4-9766C9CC11B6}" type="presOf" srcId="{DA201C8A-978D-485F-B23B-1B44E4018A68}" destId="{C913D0A5-96AD-442E-8926-32C68E2B2936}" srcOrd="0" destOrd="0" presId="urn:microsoft.com/office/officeart/2005/8/layout/orgChart1"/>
    <dgm:cxn modelId="{F929E4DE-514C-427C-8D16-A6ED259CB832}" type="presOf" srcId="{3CA8780E-D2BA-4134-AECE-2C7753B256E3}" destId="{1632EB43-64C8-46A3-8594-C07844A15E72}" srcOrd="1" destOrd="0" presId="urn:microsoft.com/office/officeart/2005/8/layout/orgChart1"/>
    <dgm:cxn modelId="{ED16F9DE-9CBE-4293-B82A-17FDC6280808}" type="presOf" srcId="{990431B1-43CC-4D64-B730-A2796B2FD31E}" destId="{D000B5F6-182A-41B9-8D38-7F7F4E11B6F2}" srcOrd="0" destOrd="0" presId="urn:microsoft.com/office/officeart/2005/8/layout/orgChart1"/>
    <dgm:cxn modelId="{33E6E2DF-7389-4A75-A83F-C2FB72B63A9F}" type="presOf" srcId="{78EC3EC5-F8D8-40D7-B75F-938E6D0314A4}" destId="{7C16BE99-24E2-41DA-B6D9-F5ADCFC303DC}" srcOrd="0" destOrd="0" presId="urn:microsoft.com/office/officeart/2005/8/layout/orgChart1"/>
    <dgm:cxn modelId="{9F4076E2-666E-41CE-BEBF-C764196DA87A}" srcId="{CB40AECE-19AB-472F-B870-CAC4C4C427FE}" destId="{F15E9645-27E1-45A5-8E5E-22148956A0BF}" srcOrd="0" destOrd="0" parTransId="{1BF9539C-5FD7-4144-8A5F-D27A45DA64D9}" sibTransId="{A700C397-2FBE-49CC-A57D-DCF5B273AF76}"/>
    <dgm:cxn modelId="{2CC96CE4-3146-42B3-A7B9-8777A8E030DA}" type="presOf" srcId="{927F22F5-F274-4F7C-8AF8-B64A814CF454}" destId="{BC024FA7-58C7-482B-AB85-D1265075564A}" srcOrd="0" destOrd="0" presId="urn:microsoft.com/office/officeart/2005/8/layout/orgChart1"/>
    <dgm:cxn modelId="{29D257E5-3C88-475F-BADE-EBF4E8A4BB0F}" type="presOf" srcId="{C2F255D0-3672-495B-9762-C21DC086F6DD}" destId="{A78F9315-F609-4F88-A7B4-97C1A04AEF37}" srcOrd="1" destOrd="0" presId="urn:microsoft.com/office/officeart/2005/8/layout/orgChart1"/>
    <dgm:cxn modelId="{4C9F58E6-EFAC-4045-AADB-E126A89AF926}" srcId="{0A6A6A10-74D0-433D-9482-F68E66668FCB}" destId="{9ED704C9-9183-4DE0-B9BF-CBECE40716BC}" srcOrd="1" destOrd="0" parTransId="{75A2F94E-55F4-4223-9327-C067B6BE9FFC}" sibTransId="{CC044B9C-B2A8-4DD5-BDF3-B7078DE4875A}"/>
    <dgm:cxn modelId="{B7FA29E8-3D5C-461A-B931-38BEB4B4B7E1}" srcId="{C703F7BC-B9B5-4B91-9C96-9C1644303154}" destId="{6977288A-370B-41D1-98DA-2E9E45E9CB9B}" srcOrd="2" destOrd="0" parTransId="{71355EAD-94A0-419A-A4C8-2A26FC2F904B}" sibTransId="{6A1F7939-4382-4E24-BF55-F770BCD60A9D}"/>
    <dgm:cxn modelId="{5421FDE8-0A40-46C0-80E1-F7DE250E1A4E}" srcId="{CB40AECE-19AB-472F-B870-CAC4C4C427FE}" destId="{2288446C-EDB6-484E-B8CD-FB5EB82FD3EF}" srcOrd="1" destOrd="0" parTransId="{C8B16904-589E-445A-9973-6ED6247F4278}" sibTransId="{53177987-342D-4C44-909F-17DACEAB23F7}"/>
    <dgm:cxn modelId="{F19D42E9-0E85-4501-8FF5-9FD4D340B186}" type="presOf" srcId="{B6B44463-544F-4812-89F2-8F54BD668D1F}" destId="{04DF8B92-AAD5-4B96-B7FA-D5DCF6986062}" srcOrd="0" destOrd="0" presId="urn:microsoft.com/office/officeart/2005/8/layout/orgChart1"/>
    <dgm:cxn modelId="{38297EE9-DD3F-48A8-AA76-C1083CDCE672}" srcId="{0A6A6A10-74D0-433D-9482-F68E66668FCB}" destId="{3702CADF-611C-4A4C-A4F7-D68F16222CF6}" srcOrd="4" destOrd="0" parTransId="{A908E7FD-3F27-471B-83A8-3C42D88A5D79}" sibTransId="{826D82C7-D833-4A96-ACD3-18AF36029B0B}"/>
    <dgm:cxn modelId="{A50017ED-5354-472A-B741-E7CFA793D211}" type="presOf" srcId="{FAFAA65A-544E-400C-9ECA-E3360BB2BC0E}" destId="{C5C671B0-36F6-4831-9FAB-246596186518}" srcOrd="1" destOrd="0" presId="urn:microsoft.com/office/officeart/2005/8/layout/orgChart1"/>
    <dgm:cxn modelId="{4E70DCF1-4E6E-4137-A17F-39316A3DD4C1}" srcId="{340B2AC6-2EDF-4257-81A1-07A60FF193C3}" destId="{AAF49E54-49B6-4193-AD73-F6663EDFB507}" srcOrd="1" destOrd="0" parTransId="{DA201C8A-978D-485F-B23B-1B44E4018A68}" sibTransId="{0DD480DD-1245-422C-A9C6-9C7FE31CA2D3}"/>
    <dgm:cxn modelId="{0266B9F2-0F05-40C3-B8E9-D120ABACD3EC}" type="presOf" srcId="{75A2F94E-55F4-4223-9327-C067B6BE9FFC}" destId="{D7C8BA2A-CCD1-4910-8875-197E232900BD}" srcOrd="0" destOrd="0" presId="urn:microsoft.com/office/officeart/2005/8/layout/orgChart1"/>
    <dgm:cxn modelId="{517CBFF2-98BA-4A55-BC7E-83C5CF4084AC}" type="presOf" srcId="{3702CADF-611C-4A4C-A4F7-D68F16222CF6}" destId="{02A109DF-2871-4E1B-B89B-75717BBA7394}" srcOrd="1" destOrd="0" presId="urn:microsoft.com/office/officeart/2005/8/layout/orgChart1"/>
    <dgm:cxn modelId="{D3A0BAF5-B4ED-4AC8-A360-C067F5BB38BB}" type="presOf" srcId="{0C01BDCD-068D-436B-80D6-60CE164582A1}" destId="{BDE96194-5F8A-4149-9891-DD0590515462}" srcOrd="1" destOrd="0" presId="urn:microsoft.com/office/officeart/2005/8/layout/orgChart1"/>
    <dgm:cxn modelId="{3DB7D4F6-81FF-4292-9CF9-CD4D1E62EC0E}" type="presOf" srcId="{A4F74854-47C4-4265-A6F6-684041EA29AB}" destId="{A84CA061-E790-4FB3-9373-810DC495149A}" srcOrd="1" destOrd="0" presId="urn:microsoft.com/office/officeart/2005/8/layout/orgChart1"/>
    <dgm:cxn modelId="{19B19AF7-039C-44C5-97FF-5AC828C8B1EC}" type="presOf" srcId="{B017F258-A347-4874-9F79-45F7C2E17102}" destId="{9CF32AB8-EC46-4970-9F79-C3CFB85507F9}" srcOrd="0" destOrd="0" presId="urn:microsoft.com/office/officeart/2005/8/layout/orgChart1"/>
    <dgm:cxn modelId="{4CEFB7F7-BA09-4881-9626-B67E57B00A27}" type="presOf" srcId="{1BF9539C-5FD7-4144-8A5F-D27A45DA64D9}" destId="{EDE9C4D3-F2F1-4618-B826-7635616BAAFB}" srcOrd="0" destOrd="0" presId="urn:microsoft.com/office/officeart/2005/8/layout/orgChart1"/>
    <dgm:cxn modelId="{71C128FB-D628-417B-8373-B036C61DCD00}" type="presOf" srcId="{15EC0A71-08AC-4398-8154-95ACEB1FB77D}" destId="{7EEAFE8F-C6BF-4E67-8ADF-6B6520D70BF1}" srcOrd="1" destOrd="0" presId="urn:microsoft.com/office/officeart/2005/8/layout/orgChart1"/>
    <dgm:cxn modelId="{FEC998FB-494D-48F6-86AF-AFC8D1160C55}" type="presOf" srcId="{71355EAD-94A0-419A-A4C8-2A26FC2F904B}" destId="{FA77FDFC-F939-4923-AA7E-AB7B6B8D35F7}" srcOrd="0" destOrd="0" presId="urn:microsoft.com/office/officeart/2005/8/layout/orgChart1"/>
    <dgm:cxn modelId="{E39F0DFD-38C9-43FC-A962-462F144DF909}" type="presOf" srcId="{0A6A6A10-74D0-433D-9482-F68E66668FCB}" destId="{7AE4CD6B-C36F-40E0-9E7A-6C55694B97A0}" srcOrd="1" destOrd="0" presId="urn:microsoft.com/office/officeart/2005/8/layout/orgChart1"/>
    <dgm:cxn modelId="{5C5E9CFF-EF00-40F6-946E-2E2E4C74F674}" type="presOf" srcId="{E365CDEB-C144-48CD-B346-40C3FE20B993}" destId="{C3F289C4-5386-4896-AC79-698A5FDB059B}" srcOrd="1" destOrd="0" presId="urn:microsoft.com/office/officeart/2005/8/layout/orgChart1"/>
    <dgm:cxn modelId="{12710DA1-85C8-4E88-9794-64484FF0B6C6}" type="presParOf" srcId="{0C45C739-FD3A-4DC9-A8ED-96AD44B8A65E}" destId="{0DA4C8A9-054E-4C36-9AD6-E3EB14BF20E2}" srcOrd="0" destOrd="0" presId="urn:microsoft.com/office/officeart/2005/8/layout/orgChart1"/>
    <dgm:cxn modelId="{2810C5A9-591B-4121-AC78-AADDBE70ADD5}" type="presParOf" srcId="{0DA4C8A9-054E-4C36-9AD6-E3EB14BF20E2}" destId="{07BB4213-5DA6-4B8B-BC81-C1AD31A96AD2}" srcOrd="0" destOrd="0" presId="urn:microsoft.com/office/officeart/2005/8/layout/orgChart1"/>
    <dgm:cxn modelId="{1CE08CEF-9D4A-453A-BBE8-23A83AE5F352}" type="presParOf" srcId="{07BB4213-5DA6-4B8B-BC81-C1AD31A96AD2}" destId="{FDA5F314-4B32-4B43-8183-6F0DF0980B58}" srcOrd="0" destOrd="0" presId="urn:microsoft.com/office/officeart/2005/8/layout/orgChart1"/>
    <dgm:cxn modelId="{3FBFC50F-8F08-43E4-AC40-40D84FCA10A1}" type="presParOf" srcId="{07BB4213-5DA6-4B8B-BC81-C1AD31A96AD2}" destId="{6FCA4C54-A7C8-40DB-A184-0BDDF211F97A}" srcOrd="1" destOrd="0" presId="urn:microsoft.com/office/officeart/2005/8/layout/orgChart1"/>
    <dgm:cxn modelId="{C4E98D8B-845D-447C-AA1A-D510FD3BAEAF}" type="presParOf" srcId="{0DA4C8A9-054E-4C36-9AD6-E3EB14BF20E2}" destId="{7CC39CCD-6B90-4F5C-B085-B4ED7555C6A8}" srcOrd="1" destOrd="0" presId="urn:microsoft.com/office/officeart/2005/8/layout/orgChart1"/>
    <dgm:cxn modelId="{B642FD5C-E733-41FE-A004-1482FEC679CA}" type="presParOf" srcId="{7CC39CCD-6B90-4F5C-B085-B4ED7555C6A8}" destId="{A0949E47-E3FE-4DCA-A150-E44FB9876CAA}" srcOrd="0" destOrd="0" presId="urn:microsoft.com/office/officeart/2005/8/layout/orgChart1"/>
    <dgm:cxn modelId="{629FA634-567F-439E-BDB4-C171D59A9551}" type="presParOf" srcId="{7CC39CCD-6B90-4F5C-B085-B4ED7555C6A8}" destId="{326C13C4-2EC7-4CEC-976F-AA18CC3F10B3}" srcOrd="1" destOrd="0" presId="urn:microsoft.com/office/officeart/2005/8/layout/orgChart1"/>
    <dgm:cxn modelId="{B529B3F6-0226-4D21-8AA3-FE4A764C5B32}" type="presParOf" srcId="{326C13C4-2EC7-4CEC-976F-AA18CC3F10B3}" destId="{39932FA6-5FD8-48EE-AD69-E3548D7F7268}" srcOrd="0" destOrd="0" presId="urn:microsoft.com/office/officeart/2005/8/layout/orgChart1"/>
    <dgm:cxn modelId="{9EA701F6-6D98-49C0-92FB-56FA60828A8C}" type="presParOf" srcId="{39932FA6-5FD8-48EE-AD69-E3548D7F7268}" destId="{5963BADC-6F88-4AB1-AAC8-627BACE0DEF4}" srcOrd="0" destOrd="0" presId="urn:microsoft.com/office/officeart/2005/8/layout/orgChart1"/>
    <dgm:cxn modelId="{367A6230-D32A-43FF-95AC-5E267B17BB76}" type="presParOf" srcId="{39932FA6-5FD8-48EE-AD69-E3548D7F7268}" destId="{59A4F14A-3A99-434A-A7D8-7FD127E2A811}" srcOrd="1" destOrd="0" presId="urn:microsoft.com/office/officeart/2005/8/layout/orgChart1"/>
    <dgm:cxn modelId="{233CA4C4-1581-4A29-88D9-AA16800B30B7}" type="presParOf" srcId="{326C13C4-2EC7-4CEC-976F-AA18CC3F10B3}" destId="{3A1CAD89-9166-46A3-88C9-A64A6D2840AA}" srcOrd="1" destOrd="0" presId="urn:microsoft.com/office/officeart/2005/8/layout/orgChart1"/>
    <dgm:cxn modelId="{41218537-4284-4EAE-A847-3BF7ED8826F8}" type="presParOf" srcId="{3A1CAD89-9166-46A3-88C9-A64A6D2840AA}" destId="{93132438-48EF-4BF3-B099-7AFEE92C0C13}" srcOrd="0" destOrd="0" presId="urn:microsoft.com/office/officeart/2005/8/layout/orgChart1"/>
    <dgm:cxn modelId="{E902476E-FF12-4163-9BDB-0BA10C3F7F0A}" type="presParOf" srcId="{3A1CAD89-9166-46A3-88C9-A64A6D2840AA}" destId="{84FD28AD-6E32-4432-AEBF-20C49658669C}" srcOrd="1" destOrd="0" presId="urn:microsoft.com/office/officeart/2005/8/layout/orgChart1"/>
    <dgm:cxn modelId="{E9E61249-1300-4341-ABAA-775362A931CF}" type="presParOf" srcId="{84FD28AD-6E32-4432-AEBF-20C49658669C}" destId="{68B01BD5-9613-4986-B7B3-3A7329865D11}" srcOrd="0" destOrd="0" presId="urn:microsoft.com/office/officeart/2005/8/layout/orgChart1"/>
    <dgm:cxn modelId="{B44D0031-7567-4E5A-AF22-B1E3EABFFAFA}" type="presParOf" srcId="{68B01BD5-9613-4986-B7B3-3A7329865D11}" destId="{0D32391A-0685-41A6-BCC6-3AD02A2F4717}" srcOrd="0" destOrd="0" presId="urn:microsoft.com/office/officeart/2005/8/layout/orgChart1"/>
    <dgm:cxn modelId="{67A24423-6D82-4F54-A7BC-18CB02D5C9A2}" type="presParOf" srcId="{68B01BD5-9613-4986-B7B3-3A7329865D11}" destId="{69F76531-5D49-4B5C-8286-AE6A1FE8788B}" srcOrd="1" destOrd="0" presId="urn:microsoft.com/office/officeart/2005/8/layout/orgChart1"/>
    <dgm:cxn modelId="{7EFF6B7C-99CE-4427-9894-308CBE8DB3A9}" type="presParOf" srcId="{84FD28AD-6E32-4432-AEBF-20C49658669C}" destId="{83AFE0A3-5D61-4AD9-820D-94D040F462D3}" srcOrd="1" destOrd="0" presId="urn:microsoft.com/office/officeart/2005/8/layout/orgChart1"/>
    <dgm:cxn modelId="{F151C4E2-B621-4FD6-ADCF-30723E145FDC}" type="presParOf" srcId="{84FD28AD-6E32-4432-AEBF-20C49658669C}" destId="{E637D63E-F3F0-4041-9328-6547A39B8E8A}" srcOrd="2" destOrd="0" presId="urn:microsoft.com/office/officeart/2005/8/layout/orgChart1"/>
    <dgm:cxn modelId="{DFE3ADBF-201C-421B-AED9-DFD8B74E50C6}" type="presParOf" srcId="{3A1CAD89-9166-46A3-88C9-A64A6D2840AA}" destId="{7BD5D943-6788-4CC3-BA27-CCCB85BF6BD5}" srcOrd="2" destOrd="0" presId="urn:microsoft.com/office/officeart/2005/8/layout/orgChart1"/>
    <dgm:cxn modelId="{078C21D8-9726-4816-9C44-61E8F19C3015}" type="presParOf" srcId="{3A1CAD89-9166-46A3-88C9-A64A6D2840AA}" destId="{3E007460-EC7E-4261-98BA-28E5CE68E2B8}" srcOrd="3" destOrd="0" presId="urn:microsoft.com/office/officeart/2005/8/layout/orgChart1"/>
    <dgm:cxn modelId="{156E9065-E3FC-49FC-9129-40B866AC6BA0}" type="presParOf" srcId="{3E007460-EC7E-4261-98BA-28E5CE68E2B8}" destId="{73EC9224-A3D2-40AC-A863-8FD5B8E62740}" srcOrd="0" destOrd="0" presId="urn:microsoft.com/office/officeart/2005/8/layout/orgChart1"/>
    <dgm:cxn modelId="{8E0A92A0-AC71-4030-B5B5-D15EC583C82C}" type="presParOf" srcId="{73EC9224-A3D2-40AC-A863-8FD5B8E62740}" destId="{74B1FCC8-27B0-4D6D-B121-E150790439A1}" srcOrd="0" destOrd="0" presId="urn:microsoft.com/office/officeart/2005/8/layout/orgChart1"/>
    <dgm:cxn modelId="{CF3369BA-B0A9-4839-A9C8-190B96F05625}" type="presParOf" srcId="{73EC9224-A3D2-40AC-A863-8FD5B8E62740}" destId="{D00D6125-B634-4437-8BB3-03C081356293}" srcOrd="1" destOrd="0" presId="urn:microsoft.com/office/officeart/2005/8/layout/orgChart1"/>
    <dgm:cxn modelId="{633E1CD7-7A1C-403C-9E32-299550CE8FA4}" type="presParOf" srcId="{3E007460-EC7E-4261-98BA-28E5CE68E2B8}" destId="{47036D53-01DB-4474-BB4D-B8FDC84CB170}" srcOrd="1" destOrd="0" presId="urn:microsoft.com/office/officeart/2005/8/layout/orgChart1"/>
    <dgm:cxn modelId="{71334176-1C52-43A4-A7A3-1ECC855379CD}" type="presParOf" srcId="{3E007460-EC7E-4261-98BA-28E5CE68E2B8}" destId="{23E3E671-5437-491D-A195-7360911F2B66}" srcOrd="2" destOrd="0" presId="urn:microsoft.com/office/officeart/2005/8/layout/orgChart1"/>
    <dgm:cxn modelId="{1659F147-0C52-4F0C-9D03-5A0DA975B738}" type="presParOf" srcId="{3A1CAD89-9166-46A3-88C9-A64A6D2840AA}" destId="{7C16BE99-24E2-41DA-B6D9-F5ADCFC303DC}" srcOrd="4" destOrd="0" presId="urn:microsoft.com/office/officeart/2005/8/layout/orgChart1"/>
    <dgm:cxn modelId="{EEEDD614-91C3-4E0E-B7C9-8234372948E2}" type="presParOf" srcId="{3A1CAD89-9166-46A3-88C9-A64A6D2840AA}" destId="{EB6D3456-46BA-493B-B069-6AF6938F38AE}" srcOrd="5" destOrd="0" presId="urn:microsoft.com/office/officeart/2005/8/layout/orgChart1"/>
    <dgm:cxn modelId="{51A0E604-516B-4CE8-9303-8E3F4001BAE0}" type="presParOf" srcId="{EB6D3456-46BA-493B-B069-6AF6938F38AE}" destId="{430EA53B-4376-4646-8619-9FAC4D14A7F8}" srcOrd="0" destOrd="0" presId="urn:microsoft.com/office/officeart/2005/8/layout/orgChart1"/>
    <dgm:cxn modelId="{1BBB14F8-076B-426A-8FA7-57281E033383}" type="presParOf" srcId="{430EA53B-4376-4646-8619-9FAC4D14A7F8}" destId="{079EB92D-45CD-4516-8166-0CE0B725C7E3}" srcOrd="0" destOrd="0" presId="urn:microsoft.com/office/officeart/2005/8/layout/orgChart1"/>
    <dgm:cxn modelId="{46CAC232-3089-4C7E-8D38-4254F076C6CB}" type="presParOf" srcId="{430EA53B-4376-4646-8619-9FAC4D14A7F8}" destId="{734D5F4C-6095-4A3F-93F3-B33F8651B570}" srcOrd="1" destOrd="0" presId="urn:microsoft.com/office/officeart/2005/8/layout/orgChart1"/>
    <dgm:cxn modelId="{FF8111C1-0726-4B26-AE86-A8A5AB7C7DD7}" type="presParOf" srcId="{EB6D3456-46BA-493B-B069-6AF6938F38AE}" destId="{36280976-B58D-4A16-964E-0AFA2428EECE}" srcOrd="1" destOrd="0" presId="urn:microsoft.com/office/officeart/2005/8/layout/orgChart1"/>
    <dgm:cxn modelId="{F5B6395B-EFA6-42C2-ACA6-480301EA1EF6}" type="presParOf" srcId="{EB6D3456-46BA-493B-B069-6AF6938F38AE}" destId="{A87579EC-6EEF-421E-9D40-F8A18D290E58}" srcOrd="2" destOrd="0" presId="urn:microsoft.com/office/officeart/2005/8/layout/orgChart1"/>
    <dgm:cxn modelId="{DCDBE749-46FC-40F7-A6DC-590660974205}" type="presParOf" srcId="{3A1CAD89-9166-46A3-88C9-A64A6D2840AA}" destId="{0087F21C-B2BF-4EF8-B0FC-229884FB4A70}" srcOrd="6" destOrd="0" presId="urn:microsoft.com/office/officeart/2005/8/layout/orgChart1"/>
    <dgm:cxn modelId="{CEC4A97E-27B5-42AA-8EEF-3FBA20BC140E}" type="presParOf" srcId="{3A1CAD89-9166-46A3-88C9-A64A6D2840AA}" destId="{82893070-6781-4491-B9AE-508C1F323319}" srcOrd="7" destOrd="0" presId="urn:microsoft.com/office/officeart/2005/8/layout/orgChart1"/>
    <dgm:cxn modelId="{E47F2336-03D9-4ADA-9FE6-8B2383DA840A}" type="presParOf" srcId="{82893070-6781-4491-B9AE-508C1F323319}" destId="{D2FD0CA2-B48A-4443-8235-BD6A56679D68}" srcOrd="0" destOrd="0" presId="urn:microsoft.com/office/officeart/2005/8/layout/orgChart1"/>
    <dgm:cxn modelId="{C20570D3-2F5A-407F-BD72-A434919672FC}" type="presParOf" srcId="{D2FD0CA2-B48A-4443-8235-BD6A56679D68}" destId="{0B204A35-B22A-4031-B0A8-D245AE556378}" srcOrd="0" destOrd="0" presId="urn:microsoft.com/office/officeart/2005/8/layout/orgChart1"/>
    <dgm:cxn modelId="{54A035EE-25DD-47F1-BDB7-93B1801B2B50}" type="presParOf" srcId="{D2FD0CA2-B48A-4443-8235-BD6A56679D68}" destId="{7EEAFE8F-C6BF-4E67-8ADF-6B6520D70BF1}" srcOrd="1" destOrd="0" presId="urn:microsoft.com/office/officeart/2005/8/layout/orgChart1"/>
    <dgm:cxn modelId="{B4357AE0-78DA-49B3-B0CA-374EAF899277}" type="presParOf" srcId="{82893070-6781-4491-B9AE-508C1F323319}" destId="{188C7943-0B45-4C6F-91B6-6EAF9998C87A}" srcOrd="1" destOrd="0" presId="urn:microsoft.com/office/officeart/2005/8/layout/orgChart1"/>
    <dgm:cxn modelId="{BFFC6137-E471-4606-B1B0-0C8C6DF0FECF}" type="presParOf" srcId="{82893070-6781-4491-B9AE-508C1F323319}" destId="{550EFE1D-6D83-419E-AF9D-26BD5F7B5635}" srcOrd="2" destOrd="0" presId="urn:microsoft.com/office/officeart/2005/8/layout/orgChart1"/>
    <dgm:cxn modelId="{DBB44D40-4E1E-4421-B963-D8E16C776F58}" type="presParOf" srcId="{326C13C4-2EC7-4CEC-976F-AA18CC3F10B3}" destId="{3F29C1EF-EF59-4C64-97B8-EEBB1A338629}" srcOrd="2" destOrd="0" presId="urn:microsoft.com/office/officeart/2005/8/layout/orgChart1"/>
    <dgm:cxn modelId="{F5E1440E-4413-455B-ACD3-3DA5D0B6422C}" type="presParOf" srcId="{7CC39CCD-6B90-4F5C-B085-B4ED7555C6A8}" destId="{9CF32AB8-EC46-4970-9F79-C3CFB85507F9}" srcOrd="2" destOrd="0" presId="urn:microsoft.com/office/officeart/2005/8/layout/orgChart1"/>
    <dgm:cxn modelId="{14BF7059-D8BE-434C-99F6-FDCE087BDE3C}" type="presParOf" srcId="{7CC39CCD-6B90-4F5C-B085-B4ED7555C6A8}" destId="{04379CFA-B6BB-4A5B-8EF2-5E88E5727077}" srcOrd="3" destOrd="0" presId="urn:microsoft.com/office/officeart/2005/8/layout/orgChart1"/>
    <dgm:cxn modelId="{B8DBF9A2-9F17-4877-A2CA-A55778435D27}" type="presParOf" srcId="{04379CFA-B6BB-4A5B-8EF2-5E88E5727077}" destId="{A1D02CCD-08E5-4415-ADDB-C534C4BBB165}" srcOrd="0" destOrd="0" presId="urn:microsoft.com/office/officeart/2005/8/layout/orgChart1"/>
    <dgm:cxn modelId="{691122F2-2D53-42DE-97FC-D23B4A2D6385}" type="presParOf" srcId="{A1D02CCD-08E5-4415-ADDB-C534C4BBB165}" destId="{4D8A9394-20CF-402E-875A-E11DD9853130}" srcOrd="0" destOrd="0" presId="urn:microsoft.com/office/officeart/2005/8/layout/orgChart1"/>
    <dgm:cxn modelId="{3D1E687B-1179-4BD7-89DE-51AF821E9498}" type="presParOf" srcId="{A1D02CCD-08E5-4415-ADDB-C534C4BBB165}" destId="{011DC6EB-CE87-48EE-80B9-3F1C1C410480}" srcOrd="1" destOrd="0" presId="urn:microsoft.com/office/officeart/2005/8/layout/orgChart1"/>
    <dgm:cxn modelId="{5A583638-ABDA-4E55-97F5-FCDBC1AF7451}" type="presParOf" srcId="{04379CFA-B6BB-4A5B-8EF2-5E88E5727077}" destId="{5B251FBC-EFC6-44DE-BE03-3C8686DAB658}" srcOrd="1" destOrd="0" presId="urn:microsoft.com/office/officeart/2005/8/layout/orgChart1"/>
    <dgm:cxn modelId="{18A37F7A-9D18-40AC-A579-D54CEEC9D25D}" type="presParOf" srcId="{5B251FBC-EFC6-44DE-BE03-3C8686DAB658}" destId="{829314BD-1D8B-497C-A8FD-7B331E33F0DD}" srcOrd="0" destOrd="0" presId="urn:microsoft.com/office/officeart/2005/8/layout/orgChart1"/>
    <dgm:cxn modelId="{DE44241B-FA27-43EF-BAAC-92C4B84CAD97}" type="presParOf" srcId="{5B251FBC-EFC6-44DE-BE03-3C8686DAB658}" destId="{AB664F2B-C199-4E80-ABB3-7CEFCADCE995}" srcOrd="1" destOrd="0" presId="urn:microsoft.com/office/officeart/2005/8/layout/orgChart1"/>
    <dgm:cxn modelId="{8C4F8B8D-14DB-4B18-BAB3-0F17A62D2113}" type="presParOf" srcId="{AB664F2B-C199-4E80-ABB3-7CEFCADCE995}" destId="{07310ABB-8FA5-4499-83AA-5E2A542759DF}" srcOrd="0" destOrd="0" presId="urn:microsoft.com/office/officeart/2005/8/layout/orgChart1"/>
    <dgm:cxn modelId="{5650B511-7568-4BE7-A6F1-CBF7A1FF6E37}" type="presParOf" srcId="{07310ABB-8FA5-4499-83AA-5E2A542759DF}" destId="{A059B3B5-1DE8-4EF1-A5DC-FCAA59E36216}" srcOrd="0" destOrd="0" presId="urn:microsoft.com/office/officeart/2005/8/layout/orgChart1"/>
    <dgm:cxn modelId="{E9F486F7-53C5-46A3-9376-E4A4C5FC2A99}" type="presParOf" srcId="{07310ABB-8FA5-4499-83AA-5E2A542759DF}" destId="{1632EB43-64C8-46A3-8594-C07844A15E72}" srcOrd="1" destOrd="0" presId="urn:microsoft.com/office/officeart/2005/8/layout/orgChart1"/>
    <dgm:cxn modelId="{5D99AB28-90A1-4965-920F-67F67BA7EE9A}" type="presParOf" srcId="{AB664F2B-C199-4E80-ABB3-7CEFCADCE995}" destId="{2BA0DD51-4B35-4F70-95B1-CE865791A04D}" srcOrd="1" destOrd="0" presId="urn:microsoft.com/office/officeart/2005/8/layout/orgChart1"/>
    <dgm:cxn modelId="{95881A7F-A2CE-42FA-89B9-1F81F7B29040}" type="presParOf" srcId="{AB664F2B-C199-4E80-ABB3-7CEFCADCE995}" destId="{01F1F0A3-6F4A-413C-A6BF-91A8F10843E6}" srcOrd="2" destOrd="0" presId="urn:microsoft.com/office/officeart/2005/8/layout/orgChart1"/>
    <dgm:cxn modelId="{9B5BD24A-B9AF-4EBA-BB06-065F2DA3F9A6}" type="presParOf" srcId="{5B251FBC-EFC6-44DE-BE03-3C8686DAB658}" destId="{8E40ECA7-F35B-429B-A7D6-04453C576B45}" srcOrd="2" destOrd="0" presId="urn:microsoft.com/office/officeart/2005/8/layout/orgChart1"/>
    <dgm:cxn modelId="{786D7CAA-3980-4EE2-B533-F540FCEA842C}" type="presParOf" srcId="{5B251FBC-EFC6-44DE-BE03-3C8686DAB658}" destId="{A20EFB27-D69D-4B9A-8F3D-EEA526D99C12}" srcOrd="3" destOrd="0" presId="urn:microsoft.com/office/officeart/2005/8/layout/orgChart1"/>
    <dgm:cxn modelId="{E7FD37FC-A592-44A1-A571-76F224B0534C}" type="presParOf" srcId="{A20EFB27-D69D-4B9A-8F3D-EEA526D99C12}" destId="{2AFA4DAE-61EF-4A5A-AEA0-510BAA7C896D}" srcOrd="0" destOrd="0" presId="urn:microsoft.com/office/officeart/2005/8/layout/orgChart1"/>
    <dgm:cxn modelId="{5134D618-08F5-4BE2-9885-D366AAB28F94}" type="presParOf" srcId="{2AFA4DAE-61EF-4A5A-AEA0-510BAA7C896D}" destId="{7B38D852-8C22-41B0-9A7F-F63D12366746}" srcOrd="0" destOrd="0" presId="urn:microsoft.com/office/officeart/2005/8/layout/orgChart1"/>
    <dgm:cxn modelId="{46C9FC13-6EA7-44CA-9B97-1BEC7B3FC4B9}" type="presParOf" srcId="{2AFA4DAE-61EF-4A5A-AEA0-510BAA7C896D}" destId="{0FF09C69-AD2F-4332-A3B6-573EFD2FB08E}" srcOrd="1" destOrd="0" presId="urn:microsoft.com/office/officeart/2005/8/layout/orgChart1"/>
    <dgm:cxn modelId="{1FD7C5C5-F22C-48A1-864A-972294BD0332}" type="presParOf" srcId="{A20EFB27-D69D-4B9A-8F3D-EEA526D99C12}" destId="{6D9C5900-FAE8-4ABC-83C7-C277C76FEF06}" srcOrd="1" destOrd="0" presId="urn:microsoft.com/office/officeart/2005/8/layout/orgChart1"/>
    <dgm:cxn modelId="{423A9F3E-B102-4AB9-8EBF-AA1BB68170FE}" type="presParOf" srcId="{A20EFB27-D69D-4B9A-8F3D-EEA526D99C12}" destId="{61929D34-CE63-4C7A-85AC-2C10E07CD555}" srcOrd="2" destOrd="0" presId="urn:microsoft.com/office/officeart/2005/8/layout/orgChart1"/>
    <dgm:cxn modelId="{E4CC2052-A985-4120-8B40-1F32A310D60A}" type="presParOf" srcId="{5B251FBC-EFC6-44DE-BE03-3C8686DAB658}" destId="{FA77FDFC-F939-4923-AA7E-AB7B6B8D35F7}" srcOrd="4" destOrd="0" presId="urn:microsoft.com/office/officeart/2005/8/layout/orgChart1"/>
    <dgm:cxn modelId="{D5B1A0A9-98BD-45F3-8A4F-694F4B8AE318}" type="presParOf" srcId="{5B251FBC-EFC6-44DE-BE03-3C8686DAB658}" destId="{64BA94F5-FA51-45B4-9FF3-4EC2BDAD6683}" srcOrd="5" destOrd="0" presId="urn:microsoft.com/office/officeart/2005/8/layout/orgChart1"/>
    <dgm:cxn modelId="{ECDC22F5-A50B-45A5-87E7-3AB5D8FD4ED3}" type="presParOf" srcId="{64BA94F5-FA51-45B4-9FF3-4EC2BDAD6683}" destId="{EE0205F8-EE7A-4F06-9F5B-601BB15417CC}" srcOrd="0" destOrd="0" presId="urn:microsoft.com/office/officeart/2005/8/layout/orgChart1"/>
    <dgm:cxn modelId="{DDFC217F-1251-4C76-8BC0-A897F546CD52}" type="presParOf" srcId="{EE0205F8-EE7A-4F06-9F5B-601BB15417CC}" destId="{09EA6344-1A2E-40C6-B7D9-DC19FC3F5415}" srcOrd="0" destOrd="0" presId="urn:microsoft.com/office/officeart/2005/8/layout/orgChart1"/>
    <dgm:cxn modelId="{FAC19079-82C9-4020-AC9A-75FBFAC5CB3F}" type="presParOf" srcId="{EE0205F8-EE7A-4F06-9F5B-601BB15417CC}" destId="{EF207E90-4631-4DBA-A58E-28E5BF601D47}" srcOrd="1" destOrd="0" presId="urn:microsoft.com/office/officeart/2005/8/layout/orgChart1"/>
    <dgm:cxn modelId="{446C0BBD-028F-4A7B-8647-FAAE76587E63}" type="presParOf" srcId="{64BA94F5-FA51-45B4-9FF3-4EC2BDAD6683}" destId="{51E6C8CA-0FF1-472C-8C38-BBB45AF2951C}" srcOrd="1" destOrd="0" presId="urn:microsoft.com/office/officeart/2005/8/layout/orgChart1"/>
    <dgm:cxn modelId="{F059B166-8986-4F4E-B73B-1869DB1BF04D}" type="presParOf" srcId="{64BA94F5-FA51-45B4-9FF3-4EC2BDAD6683}" destId="{5B078ADB-E3A2-46A3-8A2B-6CD0923FDBA3}" srcOrd="2" destOrd="0" presId="urn:microsoft.com/office/officeart/2005/8/layout/orgChart1"/>
    <dgm:cxn modelId="{73A386B6-671E-44BF-9735-85D2AE5C0BE8}" type="presParOf" srcId="{5B251FBC-EFC6-44DE-BE03-3C8686DAB658}" destId="{05F27DFD-FA57-417E-89E7-C8BAF13AB9E2}" srcOrd="6" destOrd="0" presId="urn:microsoft.com/office/officeart/2005/8/layout/orgChart1"/>
    <dgm:cxn modelId="{A1845A15-9547-4BC2-8923-E4AC1E3086F6}" type="presParOf" srcId="{5B251FBC-EFC6-44DE-BE03-3C8686DAB658}" destId="{4B79B972-8B7F-40B6-912E-A017C931F36A}" srcOrd="7" destOrd="0" presId="urn:microsoft.com/office/officeart/2005/8/layout/orgChart1"/>
    <dgm:cxn modelId="{89F7D24A-5521-462D-8AD2-BFA4A16F9511}" type="presParOf" srcId="{4B79B972-8B7F-40B6-912E-A017C931F36A}" destId="{51E105CE-A11B-438A-AF57-6B0E79E5D92F}" srcOrd="0" destOrd="0" presId="urn:microsoft.com/office/officeart/2005/8/layout/orgChart1"/>
    <dgm:cxn modelId="{1D0A742B-BEE7-4ABE-B48F-165F9A7E1E1C}" type="presParOf" srcId="{51E105CE-A11B-438A-AF57-6B0E79E5D92F}" destId="{BC948AC3-FC74-44C5-AF96-219655E03702}" srcOrd="0" destOrd="0" presId="urn:microsoft.com/office/officeart/2005/8/layout/orgChart1"/>
    <dgm:cxn modelId="{7EF0DE16-6E1B-48D3-A2C2-A307411E5B2D}" type="presParOf" srcId="{51E105CE-A11B-438A-AF57-6B0E79E5D92F}" destId="{BDE96194-5F8A-4149-9891-DD0590515462}" srcOrd="1" destOrd="0" presId="urn:microsoft.com/office/officeart/2005/8/layout/orgChart1"/>
    <dgm:cxn modelId="{2E3AF6A6-7864-4ED8-B790-44DB9604C296}" type="presParOf" srcId="{4B79B972-8B7F-40B6-912E-A017C931F36A}" destId="{93ACDD2E-9ED1-4A08-A618-77E68C59B59F}" srcOrd="1" destOrd="0" presId="urn:microsoft.com/office/officeart/2005/8/layout/orgChart1"/>
    <dgm:cxn modelId="{75356136-F4E7-4FAC-9855-B5B486C63571}" type="presParOf" srcId="{4B79B972-8B7F-40B6-912E-A017C931F36A}" destId="{1331CC3D-3CBA-4EB0-93FE-F85EDB57F1D9}" srcOrd="2" destOrd="0" presId="urn:microsoft.com/office/officeart/2005/8/layout/orgChart1"/>
    <dgm:cxn modelId="{959335AC-1154-4218-9187-5C8878DBD0EB}" type="presParOf" srcId="{04379CFA-B6BB-4A5B-8EF2-5E88E5727077}" destId="{F5B90525-ECAB-4902-A310-E77836492343}" srcOrd="2" destOrd="0" presId="urn:microsoft.com/office/officeart/2005/8/layout/orgChart1"/>
    <dgm:cxn modelId="{8EA85164-CEDF-4EC7-BE7C-4B31464EAEDB}" type="presParOf" srcId="{7CC39CCD-6B90-4F5C-B085-B4ED7555C6A8}" destId="{DB00760A-B54D-4DD9-B47E-035FB9D39BF3}" srcOrd="4" destOrd="0" presId="urn:microsoft.com/office/officeart/2005/8/layout/orgChart1"/>
    <dgm:cxn modelId="{96E8D800-81A3-4492-92B9-B5A1E5E24F17}" type="presParOf" srcId="{7CC39CCD-6B90-4F5C-B085-B4ED7555C6A8}" destId="{035DC960-7E6D-4917-9FE4-0B93F404BF4D}" srcOrd="5" destOrd="0" presId="urn:microsoft.com/office/officeart/2005/8/layout/orgChart1"/>
    <dgm:cxn modelId="{6A76D8A8-4D8B-4257-97CD-7625600566A5}" type="presParOf" srcId="{035DC960-7E6D-4917-9FE4-0B93F404BF4D}" destId="{4FC42CF2-55F9-4294-A147-6C41CD666076}" srcOrd="0" destOrd="0" presId="urn:microsoft.com/office/officeart/2005/8/layout/orgChart1"/>
    <dgm:cxn modelId="{C9231503-2CDF-447A-88FF-AB939623174A}" type="presParOf" srcId="{4FC42CF2-55F9-4294-A147-6C41CD666076}" destId="{53D64B4E-19F8-47DA-99D2-4D5A509FF1AC}" srcOrd="0" destOrd="0" presId="urn:microsoft.com/office/officeart/2005/8/layout/orgChart1"/>
    <dgm:cxn modelId="{4BBD1FCE-64D7-4CE6-89D8-4F786363FD92}" type="presParOf" srcId="{4FC42CF2-55F9-4294-A147-6C41CD666076}" destId="{2456F970-2E10-4790-9EE6-6A2D3BE43BE0}" srcOrd="1" destOrd="0" presId="urn:microsoft.com/office/officeart/2005/8/layout/orgChart1"/>
    <dgm:cxn modelId="{F5DBD2AF-5082-4A68-9738-30F549A2904F}" type="presParOf" srcId="{035DC960-7E6D-4917-9FE4-0B93F404BF4D}" destId="{EE6FC93C-7EBB-4583-96C3-4D6C552C1324}" srcOrd="1" destOrd="0" presId="urn:microsoft.com/office/officeart/2005/8/layout/orgChart1"/>
    <dgm:cxn modelId="{E357DD63-3EA8-43E8-B8CB-51EA321D8B78}" type="presParOf" srcId="{EE6FC93C-7EBB-4583-96C3-4D6C552C1324}" destId="{0ACFBB80-4401-4E04-8B6D-16BCF4F5419A}" srcOrd="0" destOrd="0" presId="urn:microsoft.com/office/officeart/2005/8/layout/orgChart1"/>
    <dgm:cxn modelId="{11DDBAE8-6CD7-4B54-A8E2-95902B44E789}" type="presParOf" srcId="{EE6FC93C-7EBB-4583-96C3-4D6C552C1324}" destId="{CA702F70-E6D4-4F97-A794-9E33B7999CF0}" srcOrd="1" destOrd="0" presId="urn:microsoft.com/office/officeart/2005/8/layout/orgChart1"/>
    <dgm:cxn modelId="{08C0EEFC-5B38-46C6-81CC-5A3D47BA742B}" type="presParOf" srcId="{CA702F70-E6D4-4F97-A794-9E33B7999CF0}" destId="{4429F780-E353-47BE-9AA1-9FCCAB80EE14}" srcOrd="0" destOrd="0" presId="urn:microsoft.com/office/officeart/2005/8/layout/orgChart1"/>
    <dgm:cxn modelId="{2F671E29-7603-492F-87EA-A716707D2CF6}" type="presParOf" srcId="{4429F780-E353-47BE-9AA1-9FCCAB80EE14}" destId="{021C4F2F-B610-4686-AF0C-B35018128A22}" srcOrd="0" destOrd="0" presId="urn:microsoft.com/office/officeart/2005/8/layout/orgChart1"/>
    <dgm:cxn modelId="{C606AA8C-9FE3-4FA3-8574-D866F026E5BF}" type="presParOf" srcId="{4429F780-E353-47BE-9AA1-9FCCAB80EE14}" destId="{4CFD5646-0AE1-4DDB-AE2D-789307E702DE}" srcOrd="1" destOrd="0" presId="urn:microsoft.com/office/officeart/2005/8/layout/orgChart1"/>
    <dgm:cxn modelId="{5B55D66D-1F85-4FB0-A413-5C6E3EDD40DE}" type="presParOf" srcId="{CA702F70-E6D4-4F97-A794-9E33B7999CF0}" destId="{E6A0D5CD-6394-4E63-80F0-3CBB053B2D5E}" srcOrd="1" destOrd="0" presId="urn:microsoft.com/office/officeart/2005/8/layout/orgChart1"/>
    <dgm:cxn modelId="{FF42E7FE-ABA0-4577-8162-7DDE64CA51EF}" type="presParOf" srcId="{CA702F70-E6D4-4F97-A794-9E33B7999CF0}" destId="{1069ABD8-892C-44B3-8BC7-31624630605B}" srcOrd="2" destOrd="0" presId="urn:microsoft.com/office/officeart/2005/8/layout/orgChart1"/>
    <dgm:cxn modelId="{8D3CF6BB-2723-471F-83EB-3E16A346DE3A}" type="presParOf" srcId="{EE6FC93C-7EBB-4583-96C3-4D6C552C1324}" destId="{C913D0A5-96AD-442E-8926-32C68E2B2936}" srcOrd="2" destOrd="0" presId="urn:microsoft.com/office/officeart/2005/8/layout/orgChart1"/>
    <dgm:cxn modelId="{25B86A7D-910A-4C8F-930F-6739AC470A30}" type="presParOf" srcId="{EE6FC93C-7EBB-4583-96C3-4D6C552C1324}" destId="{549CED5B-28CF-4E08-87AA-DA3F435DD222}" srcOrd="3" destOrd="0" presId="urn:microsoft.com/office/officeart/2005/8/layout/orgChart1"/>
    <dgm:cxn modelId="{7C47DB65-4EDC-4738-B25A-2F1D4B2F5527}" type="presParOf" srcId="{549CED5B-28CF-4E08-87AA-DA3F435DD222}" destId="{0F71491D-5D1A-4F11-9AB0-FF2DCA8315A8}" srcOrd="0" destOrd="0" presId="urn:microsoft.com/office/officeart/2005/8/layout/orgChart1"/>
    <dgm:cxn modelId="{A9DAD449-C4A5-4146-A281-4FEF315FAF7D}" type="presParOf" srcId="{0F71491D-5D1A-4F11-9AB0-FF2DCA8315A8}" destId="{728E142B-CBD3-44C1-9349-BE713E54F8C9}" srcOrd="0" destOrd="0" presId="urn:microsoft.com/office/officeart/2005/8/layout/orgChart1"/>
    <dgm:cxn modelId="{E6CE6CD0-F290-4AC0-8BFD-74766986D3F7}" type="presParOf" srcId="{0F71491D-5D1A-4F11-9AB0-FF2DCA8315A8}" destId="{0F5C041F-779E-4913-AD2D-2FA1D1E817F7}" srcOrd="1" destOrd="0" presId="urn:microsoft.com/office/officeart/2005/8/layout/orgChart1"/>
    <dgm:cxn modelId="{4BA3E671-813A-4C65-987F-745F45C2F2F6}" type="presParOf" srcId="{549CED5B-28CF-4E08-87AA-DA3F435DD222}" destId="{3A931127-0ED4-4D0C-ABBF-94EBBB9E606A}" srcOrd="1" destOrd="0" presId="urn:microsoft.com/office/officeart/2005/8/layout/orgChart1"/>
    <dgm:cxn modelId="{306DFF06-B202-4976-86D1-099401A60E08}" type="presParOf" srcId="{549CED5B-28CF-4E08-87AA-DA3F435DD222}" destId="{F1195D29-A482-4A62-9ABC-CB1EE2D6E4EB}" srcOrd="2" destOrd="0" presId="urn:microsoft.com/office/officeart/2005/8/layout/orgChart1"/>
    <dgm:cxn modelId="{12E9D661-7F02-4BB1-B8E3-E4C0B8114CEA}" type="presParOf" srcId="{EE6FC93C-7EBB-4583-96C3-4D6C552C1324}" destId="{5C67038F-4253-47B8-9D34-8C7AC964262F}" srcOrd="4" destOrd="0" presId="urn:microsoft.com/office/officeart/2005/8/layout/orgChart1"/>
    <dgm:cxn modelId="{EA7FDB2F-3450-4173-9410-16F4585F252C}" type="presParOf" srcId="{EE6FC93C-7EBB-4583-96C3-4D6C552C1324}" destId="{3EB497E7-3418-4485-AA08-0BE9C47E74B6}" srcOrd="5" destOrd="0" presId="urn:microsoft.com/office/officeart/2005/8/layout/orgChart1"/>
    <dgm:cxn modelId="{DBD43F88-F41E-4650-B674-EC3DDB14EC03}" type="presParOf" srcId="{3EB497E7-3418-4485-AA08-0BE9C47E74B6}" destId="{B44F93AA-0E1C-4C3A-9617-DB7FDD71BF3D}" srcOrd="0" destOrd="0" presId="urn:microsoft.com/office/officeart/2005/8/layout/orgChart1"/>
    <dgm:cxn modelId="{CAA85D20-5FB3-465F-B9E6-84B5DA31006E}" type="presParOf" srcId="{B44F93AA-0E1C-4C3A-9617-DB7FDD71BF3D}" destId="{21A2C209-B39C-4CD6-9E3F-B6E2D13A7383}" srcOrd="0" destOrd="0" presId="urn:microsoft.com/office/officeart/2005/8/layout/orgChart1"/>
    <dgm:cxn modelId="{CBA1580F-C3FB-4F9D-A636-91703EF470B2}" type="presParOf" srcId="{B44F93AA-0E1C-4C3A-9617-DB7FDD71BF3D}" destId="{06FBB14A-6EF4-430B-9C39-640BA03FF97F}" srcOrd="1" destOrd="0" presId="urn:microsoft.com/office/officeart/2005/8/layout/orgChart1"/>
    <dgm:cxn modelId="{D441B185-C57C-426B-A95A-9B8745B2D947}" type="presParOf" srcId="{3EB497E7-3418-4485-AA08-0BE9C47E74B6}" destId="{BEA657F6-129E-4147-BF43-498BAD789DD2}" srcOrd="1" destOrd="0" presId="urn:microsoft.com/office/officeart/2005/8/layout/orgChart1"/>
    <dgm:cxn modelId="{8B2734A7-1246-489A-B00E-A03CD2D55F25}" type="presParOf" srcId="{3EB497E7-3418-4485-AA08-0BE9C47E74B6}" destId="{4E994782-E9BE-418B-B8F1-4CB9C8AF773A}" srcOrd="2" destOrd="0" presId="urn:microsoft.com/office/officeart/2005/8/layout/orgChart1"/>
    <dgm:cxn modelId="{15F7D753-6AC4-4E81-BDBA-AA6DC4538F1E}" type="presParOf" srcId="{EE6FC93C-7EBB-4583-96C3-4D6C552C1324}" destId="{C68A3AF4-1AC2-42B1-92F4-F2E2221B210A}" srcOrd="6" destOrd="0" presId="urn:microsoft.com/office/officeart/2005/8/layout/orgChart1"/>
    <dgm:cxn modelId="{6440EA66-2C70-45A0-AA74-1020FA29A31F}" type="presParOf" srcId="{EE6FC93C-7EBB-4583-96C3-4D6C552C1324}" destId="{CEE9D409-0208-4F3F-AC73-CF43A86BDF7C}" srcOrd="7" destOrd="0" presId="urn:microsoft.com/office/officeart/2005/8/layout/orgChart1"/>
    <dgm:cxn modelId="{33882A56-FB66-4467-A03B-84CE98FE52D3}" type="presParOf" srcId="{CEE9D409-0208-4F3F-AC73-CF43A86BDF7C}" destId="{2AFC2FA6-6E3A-43BD-87E4-BD4F4C9977C4}" srcOrd="0" destOrd="0" presId="urn:microsoft.com/office/officeart/2005/8/layout/orgChart1"/>
    <dgm:cxn modelId="{FF63D4B5-857E-4C8F-81AC-0ECE75737274}" type="presParOf" srcId="{2AFC2FA6-6E3A-43BD-87E4-BD4F4C9977C4}" destId="{C3051797-4788-4597-A9B6-00D975330A4F}" srcOrd="0" destOrd="0" presId="urn:microsoft.com/office/officeart/2005/8/layout/orgChart1"/>
    <dgm:cxn modelId="{E3BC161F-2582-45BE-A3D8-FD3F57AE8E32}" type="presParOf" srcId="{2AFC2FA6-6E3A-43BD-87E4-BD4F4C9977C4}" destId="{50A41C5D-B661-4CA9-8F71-1E7692DA16FB}" srcOrd="1" destOrd="0" presId="urn:microsoft.com/office/officeart/2005/8/layout/orgChart1"/>
    <dgm:cxn modelId="{CEC83D15-59E4-4470-808C-DEF6677207A7}" type="presParOf" srcId="{CEE9D409-0208-4F3F-AC73-CF43A86BDF7C}" destId="{D6D2DB88-6582-4B4E-AA0F-F516159C0787}" srcOrd="1" destOrd="0" presId="urn:microsoft.com/office/officeart/2005/8/layout/orgChart1"/>
    <dgm:cxn modelId="{7BE2412E-66D1-4EE9-9969-74C1C19D82D4}" type="presParOf" srcId="{CEE9D409-0208-4F3F-AC73-CF43A86BDF7C}" destId="{1453E637-1E36-402B-950A-F45008EAE66D}" srcOrd="2" destOrd="0" presId="urn:microsoft.com/office/officeart/2005/8/layout/orgChart1"/>
    <dgm:cxn modelId="{ABEBCF29-5DDB-424C-BCDC-2346555E09BD}" type="presParOf" srcId="{EE6FC93C-7EBB-4583-96C3-4D6C552C1324}" destId="{D7595D59-ED50-48F5-82EA-1934B1392435}" srcOrd="8" destOrd="0" presId="urn:microsoft.com/office/officeart/2005/8/layout/orgChart1"/>
    <dgm:cxn modelId="{03961CCB-FC81-4241-AFC6-AE2A5D404EAF}" type="presParOf" srcId="{EE6FC93C-7EBB-4583-96C3-4D6C552C1324}" destId="{1444DA7D-37A7-4DDD-BF3C-8DD0583A7F5B}" srcOrd="9" destOrd="0" presId="urn:microsoft.com/office/officeart/2005/8/layout/orgChart1"/>
    <dgm:cxn modelId="{FE463DB4-3318-4E59-9005-95521F9F5BA0}" type="presParOf" srcId="{1444DA7D-37A7-4DDD-BF3C-8DD0583A7F5B}" destId="{EFEDC71F-95B4-45D1-95EA-E32AAD3B6ED2}" srcOrd="0" destOrd="0" presId="urn:microsoft.com/office/officeart/2005/8/layout/orgChart1"/>
    <dgm:cxn modelId="{75F8707C-5E5A-474B-8163-F1AF77FD9F1A}" type="presParOf" srcId="{EFEDC71F-95B4-45D1-95EA-E32AAD3B6ED2}" destId="{04DF8B92-AAD5-4B96-B7FA-D5DCF6986062}" srcOrd="0" destOrd="0" presId="urn:microsoft.com/office/officeart/2005/8/layout/orgChart1"/>
    <dgm:cxn modelId="{779917CA-B2E6-428F-B802-E2D6C3EDEFE9}" type="presParOf" srcId="{EFEDC71F-95B4-45D1-95EA-E32AAD3B6ED2}" destId="{F9D24E9E-6F0C-421E-AE51-02DF1B71A52D}" srcOrd="1" destOrd="0" presId="urn:microsoft.com/office/officeart/2005/8/layout/orgChart1"/>
    <dgm:cxn modelId="{528EC300-3726-474F-845C-66683398E04D}" type="presParOf" srcId="{1444DA7D-37A7-4DDD-BF3C-8DD0583A7F5B}" destId="{459998D0-8F4C-4DC7-99D0-D1E9539C74D9}" srcOrd="1" destOrd="0" presId="urn:microsoft.com/office/officeart/2005/8/layout/orgChart1"/>
    <dgm:cxn modelId="{BEE7301B-4E27-46F9-9B04-A63A00F4BB95}" type="presParOf" srcId="{1444DA7D-37A7-4DDD-BF3C-8DD0583A7F5B}" destId="{D69503FD-9DFB-41D3-966C-025ECE7DABFF}" srcOrd="2" destOrd="0" presId="urn:microsoft.com/office/officeart/2005/8/layout/orgChart1"/>
    <dgm:cxn modelId="{BD5D7DB5-50C7-4812-9CEC-1BFB226A7858}" type="presParOf" srcId="{EE6FC93C-7EBB-4583-96C3-4D6C552C1324}" destId="{64A55444-F61E-4793-9D2B-C996E4AF475A}" srcOrd="10" destOrd="0" presId="urn:microsoft.com/office/officeart/2005/8/layout/orgChart1"/>
    <dgm:cxn modelId="{D34590EC-E45B-4BF3-968D-B127BA5E49E4}" type="presParOf" srcId="{EE6FC93C-7EBB-4583-96C3-4D6C552C1324}" destId="{9DF4BAC0-FB46-4B51-B2BB-CD88CA08930E}" srcOrd="11" destOrd="0" presId="urn:microsoft.com/office/officeart/2005/8/layout/orgChart1"/>
    <dgm:cxn modelId="{4EE2C142-D8A2-4C76-AAB4-A6DD1093B3DD}" type="presParOf" srcId="{9DF4BAC0-FB46-4B51-B2BB-CD88CA08930E}" destId="{F6E311E9-B47D-48A9-980E-053CFFE59294}" srcOrd="0" destOrd="0" presId="urn:microsoft.com/office/officeart/2005/8/layout/orgChart1"/>
    <dgm:cxn modelId="{B465FCAD-2416-45D5-8694-F184528754DD}" type="presParOf" srcId="{F6E311E9-B47D-48A9-980E-053CFFE59294}" destId="{2239EF3F-44FF-4704-AF3B-5C8800DD9467}" srcOrd="0" destOrd="0" presId="urn:microsoft.com/office/officeart/2005/8/layout/orgChart1"/>
    <dgm:cxn modelId="{1698BBA7-DFCC-4101-96E8-7A22FB3F9C6E}" type="presParOf" srcId="{F6E311E9-B47D-48A9-980E-053CFFE59294}" destId="{150A71F0-A433-471E-B475-35DE4A5DED35}" srcOrd="1" destOrd="0" presId="urn:microsoft.com/office/officeart/2005/8/layout/orgChart1"/>
    <dgm:cxn modelId="{95AD722A-F982-4B35-8506-31F8BAB1839B}" type="presParOf" srcId="{9DF4BAC0-FB46-4B51-B2BB-CD88CA08930E}" destId="{AADEBC5A-898E-4412-9962-C7D621D4AEA0}" srcOrd="1" destOrd="0" presId="urn:microsoft.com/office/officeart/2005/8/layout/orgChart1"/>
    <dgm:cxn modelId="{D0B23089-631D-4BCE-9016-9D2D5FB7FAE4}" type="presParOf" srcId="{9DF4BAC0-FB46-4B51-B2BB-CD88CA08930E}" destId="{DA6BF656-16F8-40A9-8AF7-DE588BC8135B}" srcOrd="2" destOrd="0" presId="urn:microsoft.com/office/officeart/2005/8/layout/orgChart1"/>
    <dgm:cxn modelId="{45E16B0D-EC71-49FF-9938-0558253F56DF}" type="presParOf" srcId="{035DC960-7E6D-4917-9FE4-0B93F404BF4D}" destId="{120E5F5F-A025-458C-BC1D-61A30386339E}" srcOrd="2" destOrd="0" presId="urn:microsoft.com/office/officeart/2005/8/layout/orgChart1"/>
    <dgm:cxn modelId="{ECC57479-9595-488E-B091-C225AEE67B2A}" type="presParOf" srcId="{7CC39CCD-6B90-4F5C-B085-B4ED7555C6A8}" destId="{6AE63C16-E517-49D0-B62A-9B553648AEE2}" srcOrd="6" destOrd="0" presId="urn:microsoft.com/office/officeart/2005/8/layout/orgChart1"/>
    <dgm:cxn modelId="{0EBB2F5B-4A05-405F-AE3F-D88A59592605}" type="presParOf" srcId="{7CC39CCD-6B90-4F5C-B085-B4ED7555C6A8}" destId="{7B15CE8D-558A-45A3-BE3A-26F862A6367A}" srcOrd="7" destOrd="0" presId="urn:microsoft.com/office/officeart/2005/8/layout/orgChart1"/>
    <dgm:cxn modelId="{687414C0-7268-4505-AFD4-21D8EC47C6E0}" type="presParOf" srcId="{7B15CE8D-558A-45A3-BE3A-26F862A6367A}" destId="{FE41FC51-9D08-4E97-BB3F-26235C3AF75C}" srcOrd="0" destOrd="0" presId="urn:microsoft.com/office/officeart/2005/8/layout/orgChart1"/>
    <dgm:cxn modelId="{1D35CC25-E446-41DD-A4ED-CE223E8228CB}" type="presParOf" srcId="{FE41FC51-9D08-4E97-BB3F-26235C3AF75C}" destId="{BC024FA7-58C7-482B-AB85-D1265075564A}" srcOrd="0" destOrd="0" presId="urn:microsoft.com/office/officeart/2005/8/layout/orgChart1"/>
    <dgm:cxn modelId="{902C5164-0F91-48B2-86D2-E905396CDE02}" type="presParOf" srcId="{FE41FC51-9D08-4E97-BB3F-26235C3AF75C}" destId="{CAFA80F0-A4F8-4925-B8C6-9F8C2A13A9CB}" srcOrd="1" destOrd="0" presId="urn:microsoft.com/office/officeart/2005/8/layout/orgChart1"/>
    <dgm:cxn modelId="{5079B9B3-4316-46E3-A0E9-C5451F4945BF}" type="presParOf" srcId="{7B15CE8D-558A-45A3-BE3A-26F862A6367A}" destId="{E5E1091D-C7B0-452C-9F69-40BF5292107E}" srcOrd="1" destOrd="0" presId="urn:microsoft.com/office/officeart/2005/8/layout/orgChart1"/>
    <dgm:cxn modelId="{E1C2A456-5F14-434B-92DF-90999E9C29DA}" type="presParOf" srcId="{E5E1091D-C7B0-452C-9F69-40BF5292107E}" destId="{D000B5F6-182A-41B9-8D38-7F7F4E11B6F2}" srcOrd="0" destOrd="0" presId="urn:microsoft.com/office/officeart/2005/8/layout/orgChart1"/>
    <dgm:cxn modelId="{2B9CE89A-1BA9-4406-905B-10683AB146A9}" type="presParOf" srcId="{E5E1091D-C7B0-452C-9F69-40BF5292107E}" destId="{260A702C-F1DA-40EB-BDB3-A63D4DC1EF3F}" srcOrd="1" destOrd="0" presId="urn:microsoft.com/office/officeart/2005/8/layout/orgChart1"/>
    <dgm:cxn modelId="{94EF949A-E385-4BE7-9020-28D873D507C1}" type="presParOf" srcId="{260A702C-F1DA-40EB-BDB3-A63D4DC1EF3F}" destId="{368625CE-4920-43E9-B4F4-700AC61DD4F7}" srcOrd="0" destOrd="0" presId="urn:microsoft.com/office/officeart/2005/8/layout/orgChart1"/>
    <dgm:cxn modelId="{5407BADD-928C-4BDF-A6E2-32EA128A9D2F}" type="presParOf" srcId="{368625CE-4920-43E9-B4F4-700AC61DD4F7}" destId="{78F4D765-253F-414D-95AE-A44AC7C4121D}" srcOrd="0" destOrd="0" presId="urn:microsoft.com/office/officeart/2005/8/layout/orgChart1"/>
    <dgm:cxn modelId="{D00A6B7C-2EAC-4581-98AE-BD013287D983}" type="presParOf" srcId="{368625CE-4920-43E9-B4F4-700AC61DD4F7}" destId="{C3F289C4-5386-4896-AC79-698A5FDB059B}" srcOrd="1" destOrd="0" presId="urn:microsoft.com/office/officeart/2005/8/layout/orgChart1"/>
    <dgm:cxn modelId="{0C5046F7-B558-4DA3-84ED-E90805438749}" type="presParOf" srcId="{260A702C-F1DA-40EB-BDB3-A63D4DC1EF3F}" destId="{91708C3A-2157-4A41-8D42-37411C0BA562}" srcOrd="1" destOrd="0" presId="urn:microsoft.com/office/officeart/2005/8/layout/orgChart1"/>
    <dgm:cxn modelId="{38D12AE4-4570-40AD-AF86-9EA7B185F227}" type="presParOf" srcId="{260A702C-F1DA-40EB-BDB3-A63D4DC1EF3F}" destId="{FB8363E0-719A-4F27-824B-E05E0C947F3E}" srcOrd="2" destOrd="0" presId="urn:microsoft.com/office/officeart/2005/8/layout/orgChart1"/>
    <dgm:cxn modelId="{EE6A1708-8B8C-497B-83B4-116ECA70B98B}" type="presParOf" srcId="{E5E1091D-C7B0-452C-9F69-40BF5292107E}" destId="{43E6A167-A7F3-4925-A061-EA055BA52861}" srcOrd="2" destOrd="0" presId="urn:microsoft.com/office/officeart/2005/8/layout/orgChart1"/>
    <dgm:cxn modelId="{5D699168-3ADD-497C-A118-4DCBEC7D3EA7}" type="presParOf" srcId="{E5E1091D-C7B0-452C-9F69-40BF5292107E}" destId="{D8C59CCB-B7BB-4E0B-9C2C-F1C1EC988E04}" srcOrd="3" destOrd="0" presId="urn:microsoft.com/office/officeart/2005/8/layout/orgChart1"/>
    <dgm:cxn modelId="{4E9C0A96-D1EE-49D6-BE47-F9C1AE0D2B73}" type="presParOf" srcId="{D8C59CCB-B7BB-4E0B-9C2C-F1C1EC988E04}" destId="{73511E8B-E891-4481-BB55-0AE7F8025A6D}" srcOrd="0" destOrd="0" presId="urn:microsoft.com/office/officeart/2005/8/layout/orgChart1"/>
    <dgm:cxn modelId="{9214D9DF-EB32-4051-96A7-CC85C0147A68}" type="presParOf" srcId="{73511E8B-E891-4481-BB55-0AE7F8025A6D}" destId="{555C96BE-8351-4FB0-932C-E9A6B1ADD602}" srcOrd="0" destOrd="0" presId="urn:microsoft.com/office/officeart/2005/8/layout/orgChart1"/>
    <dgm:cxn modelId="{F726C1B7-3386-4D8A-8D50-7EE0C5048D05}" type="presParOf" srcId="{73511E8B-E891-4481-BB55-0AE7F8025A6D}" destId="{A84CA061-E790-4FB3-9373-810DC495149A}" srcOrd="1" destOrd="0" presId="urn:microsoft.com/office/officeart/2005/8/layout/orgChart1"/>
    <dgm:cxn modelId="{25A488D7-3DEF-4DC0-A7A0-5636BB1A7544}" type="presParOf" srcId="{D8C59CCB-B7BB-4E0B-9C2C-F1C1EC988E04}" destId="{C8E2A99A-C697-47A1-8C63-600364540A6B}" srcOrd="1" destOrd="0" presId="urn:microsoft.com/office/officeart/2005/8/layout/orgChart1"/>
    <dgm:cxn modelId="{76834A65-EEC7-49F6-A545-B571EA2584D9}" type="presParOf" srcId="{D8C59CCB-B7BB-4E0B-9C2C-F1C1EC988E04}" destId="{A7F5137D-F28B-4B17-A67B-1925233434D4}" srcOrd="2" destOrd="0" presId="urn:microsoft.com/office/officeart/2005/8/layout/orgChart1"/>
    <dgm:cxn modelId="{7265CF4B-65D6-4814-AC98-02B74930B302}" type="presParOf" srcId="{E5E1091D-C7B0-452C-9F69-40BF5292107E}" destId="{2AE0B4D0-88D1-4249-9F7E-3F314A5FA75D}" srcOrd="4" destOrd="0" presId="urn:microsoft.com/office/officeart/2005/8/layout/orgChart1"/>
    <dgm:cxn modelId="{DD1350D9-08E5-47E1-B8F9-7A626466CB60}" type="presParOf" srcId="{E5E1091D-C7B0-452C-9F69-40BF5292107E}" destId="{1C943E5C-3B7E-4FF4-B5EF-49AA32ED4ED2}" srcOrd="5" destOrd="0" presId="urn:microsoft.com/office/officeart/2005/8/layout/orgChart1"/>
    <dgm:cxn modelId="{A6E48359-88D3-4129-B4B4-C3834CEBD3F9}" type="presParOf" srcId="{1C943E5C-3B7E-4FF4-B5EF-49AA32ED4ED2}" destId="{0B95EC3D-6825-424F-A821-1F98EA62E07B}" srcOrd="0" destOrd="0" presId="urn:microsoft.com/office/officeart/2005/8/layout/orgChart1"/>
    <dgm:cxn modelId="{3237D51E-445E-4DE5-B28E-9BFCD5FFDA4B}" type="presParOf" srcId="{0B95EC3D-6825-424F-A821-1F98EA62E07B}" destId="{26FFF49D-DDE7-414C-8438-85E40D58A0CA}" srcOrd="0" destOrd="0" presId="urn:microsoft.com/office/officeart/2005/8/layout/orgChart1"/>
    <dgm:cxn modelId="{5E755D2B-E0AE-455B-8980-2EC4D489EBBE}" type="presParOf" srcId="{0B95EC3D-6825-424F-A821-1F98EA62E07B}" destId="{361813F2-579C-4893-A47A-22C7F23DD4D5}" srcOrd="1" destOrd="0" presId="urn:microsoft.com/office/officeart/2005/8/layout/orgChart1"/>
    <dgm:cxn modelId="{0DCF32D0-3D34-4DC1-80D4-FC1405C85038}" type="presParOf" srcId="{1C943E5C-3B7E-4FF4-B5EF-49AA32ED4ED2}" destId="{5834EE14-FA5B-466C-8877-E2AB4935F322}" srcOrd="1" destOrd="0" presId="urn:microsoft.com/office/officeart/2005/8/layout/orgChart1"/>
    <dgm:cxn modelId="{4E553A86-E864-45FB-9A1E-A04320E4BE8E}" type="presParOf" srcId="{1C943E5C-3B7E-4FF4-B5EF-49AA32ED4ED2}" destId="{B677390F-0E75-41F8-BDEC-5DFF519152BB}" srcOrd="2" destOrd="0" presId="urn:microsoft.com/office/officeart/2005/8/layout/orgChart1"/>
    <dgm:cxn modelId="{0C3B24A0-CF8D-4F2C-8A49-66906F4E5FB3}" type="presParOf" srcId="{7B15CE8D-558A-45A3-BE3A-26F862A6367A}" destId="{B49D1746-E579-4667-AC06-D301E4F9E3CB}" srcOrd="2" destOrd="0" presId="urn:microsoft.com/office/officeart/2005/8/layout/orgChart1"/>
    <dgm:cxn modelId="{3F6E77D7-2499-439B-A24E-CB0971C32539}" type="presParOf" srcId="{7CC39CCD-6B90-4F5C-B085-B4ED7555C6A8}" destId="{25270E46-5B19-4321-9102-CFBFB09AAEF0}" srcOrd="8" destOrd="0" presId="urn:microsoft.com/office/officeart/2005/8/layout/orgChart1"/>
    <dgm:cxn modelId="{BAB6FBF4-4B00-4707-A121-237028152749}" type="presParOf" srcId="{7CC39CCD-6B90-4F5C-B085-B4ED7555C6A8}" destId="{FA62F427-5C2F-4C10-810F-DAB3874509ED}" srcOrd="9" destOrd="0" presId="urn:microsoft.com/office/officeart/2005/8/layout/orgChart1"/>
    <dgm:cxn modelId="{C92BFA53-D075-4099-82C2-0071B16095BB}" type="presParOf" srcId="{FA62F427-5C2F-4C10-810F-DAB3874509ED}" destId="{CDA76DD5-DA21-4572-BD9F-47D7990BC0E4}" srcOrd="0" destOrd="0" presId="urn:microsoft.com/office/officeart/2005/8/layout/orgChart1"/>
    <dgm:cxn modelId="{4C85B6E5-4646-4C60-9862-0D1E5A508C0A}" type="presParOf" srcId="{CDA76DD5-DA21-4572-BD9F-47D7990BC0E4}" destId="{2101BDC9-07C4-4B1E-81FC-6B930159EE75}" srcOrd="0" destOrd="0" presId="urn:microsoft.com/office/officeart/2005/8/layout/orgChart1"/>
    <dgm:cxn modelId="{5D4A4FAD-2EB6-46EA-9DE0-8B9E6D554A66}" type="presParOf" srcId="{CDA76DD5-DA21-4572-BD9F-47D7990BC0E4}" destId="{45F858DD-125B-4FAD-86B9-621968166D86}" srcOrd="1" destOrd="0" presId="urn:microsoft.com/office/officeart/2005/8/layout/orgChart1"/>
    <dgm:cxn modelId="{CEE2A4D2-1EE6-438A-9930-0CC703E02B47}" type="presParOf" srcId="{FA62F427-5C2F-4C10-810F-DAB3874509ED}" destId="{B5EFFD6D-B309-4CF0-8CAF-98CD30996678}" srcOrd="1" destOrd="0" presId="urn:microsoft.com/office/officeart/2005/8/layout/orgChart1"/>
    <dgm:cxn modelId="{70A1C232-EF38-40BA-BC40-26AC0C71531E}" type="presParOf" srcId="{B5EFFD6D-B309-4CF0-8CAF-98CD30996678}" destId="{EDE9C4D3-F2F1-4618-B826-7635616BAAFB}" srcOrd="0" destOrd="0" presId="urn:microsoft.com/office/officeart/2005/8/layout/orgChart1"/>
    <dgm:cxn modelId="{3BCC455B-55F2-4A9C-A8C5-D083742742EE}" type="presParOf" srcId="{B5EFFD6D-B309-4CF0-8CAF-98CD30996678}" destId="{489A3B1B-F5FD-4FE6-934B-11CBAABB4537}" srcOrd="1" destOrd="0" presId="urn:microsoft.com/office/officeart/2005/8/layout/orgChart1"/>
    <dgm:cxn modelId="{D3E65988-2F24-41BC-9012-219E905AD130}" type="presParOf" srcId="{489A3B1B-F5FD-4FE6-934B-11CBAABB4537}" destId="{64F442C2-C6A6-487A-80EB-00070AD8F64D}" srcOrd="0" destOrd="0" presId="urn:microsoft.com/office/officeart/2005/8/layout/orgChart1"/>
    <dgm:cxn modelId="{838BAF7E-21A8-4EED-92D5-D435629A0D8C}" type="presParOf" srcId="{64F442C2-C6A6-487A-80EB-00070AD8F64D}" destId="{A9AFF888-2125-40B8-B020-28C0A7614EB5}" srcOrd="0" destOrd="0" presId="urn:microsoft.com/office/officeart/2005/8/layout/orgChart1"/>
    <dgm:cxn modelId="{72E6D345-452C-4C76-81A2-908CFD26D1E0}" type="presParOf" srcId="{64F442C2-C6A6-487A-80EB-00070AD8F64D}" destId="{8CDFF343-40AA-4061-9DBB-078FA5942733}" srcOrd="1" destOrd="0" presId="urn:microsoft.com/office/officeart/2005/8/layout/orgChart1"/>
    <dgm:cxn modelId="{B4045809-18C1-48D2-8271-7EBB4CAF3888}" type="presParOf" srcId="{489A3B1B-F5FD-4FE6-934B-11CBAABB4537}" destId="{195311AD-5FA6-4C50-90DF-D02FC04F0F3C}" srcOrd="1" destOrd="0" presId="urn:microsoft.com/office/officeart/2005/8/layout/orgChart1"/>
    <dgm:cxn modelId="{6E2D68CC-230A-482E-8B75-1C73E527183F}" type="presParOf" srcId="{489A3B1B-F5FD-4FE6-934B-11CBAABB4537}" destId="{6D7604D8-A322-42B6-B7E7-19AB5B7CF870}" srcOrd="2" destOrd="0" presId="urn:microsoft.com/office/officeart/2005/8/layout/orgChart1"/>
    <dgm:cxn modelId="{FA74CE4C-E43E-4983-8D4A-806EE87AC853}" type="presParOf" srcId="{B5EFFD6D-B309-4CF0-8CAF-98CD30996678}" destId="{0CB97845-390A-47CD-A72B-D8DD36DC90DC}" srcOrd="2" destOrd="0" presId="urn:microsoft.com/office/officeart/2005/8/layout/orgChart1"/>
    <dgm:cxn modelId="{190FA6BF-8D06-4D7B-96BD-81F7A2277AE9}" type="presParOf" srcId="{B5EFFD6D-B309-4CF0-8CAF-98CD30996678}" destId="{B35097B5-870D-49B8-AE26-8842231D7C4F}" srcOrd="3" destOrd="0" presId="urn:microsoft.com/office/officeart/2005/8/layout/orgChart1"/>
    <dgm:cxn modelId="{7D37B88D-AD20-46C8-BD85-D681F3EA1571}" type="presParOf" srcId="{B35097B5-870D-49B8-AE26-8842231D7C4F}" destId="{EE908E6A-8E47-4ECE-A67B-5F78DD535486}" srcOrd="0" destOrd="0" presId="urn:microsoft.com/office/officeart/2005/8/layout/orgChart1"/>
    <dgm:cxn modelId="{DFF385BB-DB69-4026-9FDD-9C1B83F3D5CE}" type="presParOf" srcId="{EE908E6A-8E47-4ECE-A67B-5F78DD535486}" destId="{D95F8BF2-A2B2-457B-A64D-B1093E275C65}" srcOrd="0" destOrd="0" presId="urn:microsoft.com/office/officeart/2005/8/layout/orgChart1"/>
    <dgm:cxn modelId="{0D1122DE-CAB8-48C4-8426-58BE6C309DEC}" type="presParOf" srcId="{EE908E6A-8E47-4ECE-A67B-5F78DD535486}" destId="{E8B464BB-54D4-4447-A49D-42DA498504B6}" srcOrd="1" destOrd="0" presId="urn:microsoft.com/office/officeart/2005/8/layout/orgChart1"/>
    <dgm:cxn modelId="{56436472-5B79-4952-B7FE-EC31780E687F}" type="presParOf" srcId="{B35097B5-870D-49B8-AE26-8842231D7C4F}" destId="{73EA37F8-0EF1-4435-BF11-36BC4589B2AF}" srcOrd="1" destOrd="0" presId="urn:microsoft.com/office/officeart/2005/8/layout/orgChart1"/>
    <dgm:cxn modelId="{CBF536B9-E41E-41CE-9327-6328BE848AA4}" type="presParOf" srcId="{B35097B5-870D-49B8-AE26-8842231D7C4F}" destId="{FD9F17F0-9937-4A99-B874-87659A4B9A4A}" srcOrd="2" destOrd="0" presId="urn:microsoft.com/office/officeart/2005/8/layout/orgChart1"/>
    <dgm:cxn modelId="{8A7E9D55-089A-464E-B437-1C2FE77C31C8}" type="presParOf" srcId="{B5EFFD6D-B309-4CF0-8CAF-98CD30996678}" destId="{C0BF4268-1976-44C7-8CFE-50B2EE839AD8}" srcOrd="4" destOrd="0" presId="urn:microsoft.com/office/officeart/2005/8/layout/orgChart1"/>
    <dgm:cxn modelId="{076B6EFC-E144-4F31-A28D-1E0BE6EF0108}" type="presParOf" srcId="{B5EFFD6D-B309-4CF0-8CAF-98CD30996678}" destId="{4AB1C513-EB0B-492A-A454-1AE3F4C7CB98}" srcOrd="5" destOrd="0" presId="urn:microsoft.com/office/officeart/2005/8/layout/orgChart1"/>
    <dgm:cxn modelId="{49F76A35-81CA-4E4F-B369-CDFF31B544BF}" type="presParOf" srcId="{4AB1C513-EB0B-492A-A454-1AE3F4C7CB98}" destId="{AF5409FC-25AB-480A-A583-9D1F4429DB96}" srcOrd="0" destOrd="0" presId="urn:microsoft.com/office/officeart/2005/8/layout/orgChart1"/>
    <dgm:cxn modelId="{B59F1EAF-A912-40BD-9447-E0C638A8FD84}" type="presParOf" srcId="{AF5409FC-25AB-480A-A583-9D1F4429DB96}" destId="{9131E2F8-9EB7-4B06-97B6-760AA9467BC0}" srcOrd="0" destOrd="0" presId="urn:microsoft.com/office/officeart/2005/8/layout/orgChart1"/>
    <dgm:cxn modelId="{E439FD37-1109-406C-89C7-70EB5354B366}" type="presParOf" srcId="{AF5409FC-25AB-480A-A583-9D1F4429DB96}" destId="{4007259C-BF21-4401-A5DB-22D2C66757D0}" srcOrd="1" destOrd="0" presId="urn:microsoft.com/office/officeart/2005/8/layout/orgChart1"/>
    <dgm:cxn modelId="{E865D82B-4CDF-43FC-9D81-E832EA9E901F}" type="presParOf" srcId="{4AB1C513-EB0B-492A-A454-1AE3F4C7CB98}" destId="{F74ED340-8081-4A96-B126-E3CEDEFC1539}" srcOrd="1" destOrd="0" presId="urn:microsoft.com/office/officeart/2005/8/layout/orgChart1"/>
    <dgm:cxn modelId="{516920BC-3321-4772-8996-0781AE1C1BCE}" type="presParOf" srcId="{4AB1C513-EB0B-492A-A454-1AE3F4C7CB98}" destId="{1AC40205-0C2D-41CA-A32C-F1F5FAE57F21}" srcOrd="2" destOrd="0" presId="urn:microsoft.com/office/officeart/2005/8/layout/orgChart1"/>
    <dgm:cxn modelId="{F9A5A704-5944-49CB-8D2E-58D3A4B5AAFF}" type="presParOf" srcId="{B5EFFD6D-B309-4CF0-8CAF-98CD30996678}" destId="{7186E083-C0AB-46B3-BA74-32B8434098DB}" srcOrd="6" destOrd="0" presId="urn:microsoft.com/office/officeart/2005/8/layout/orgChart1"/>
    <dgm:cxn modelId="{5B29DF14-F463-4512-949E-CD140C774E8A}" type="presParOf" srcId="{B5EFFD6D-B309-4CF0-8CAF-98CD30996678}" destId="{DDB960FC-26F6-4B0F-A366-2D345DEFB058}" srcOrd="7" destOrd="0" presId="urn:microsoft.com/office/officeart/2005/8/layout/orgChart1"/>
    <dgm:cxn modelId="{D87648BA-932F-4599-AA47-B9155E992498}" type="presParOf" srcId="{DDB960FC-26F6-4B0F-A366-2D345DEFB058}" destId="{3DC10BEE-97A0-4D52-A3F1-E5DA75C2A767}" srcOrd="0" destOrd="0" presId="urn:microsoft.com/office/officeart/2005/8/layout/orgChart1"/>
    <dgm:cxn modelId="{52494AD7-E53D-48E5-A852-AECFCCCF236E}" type="presParOf" srcId="{3DC10BEE-97A0-4D52-A3F1-E5DA75C2A767}" destId="{35F6DDB7-16A2-4DD9-8C2A-5314AF4DC03E}" srcOrd="0" destOrd="0" presId="urn:microsoft.com/office/officeart/2005/8/layout/orgChart1"/>
    <dgm:cxn modelId="{AB67A378-6124-453E-B7F4-CC68C412B368}" type="presParOf" srcId="{3DC10BEE-97A0-4D52-A3F1-E5DA75C2A767}" destId="{C5C671B0-36F6-4831-9FAB-246596186518}" srcOrd="1" destOrd="0" presId="urn:microsoft.com/office/officeart/2005/8/layout/orgChart1"/>
    <dgm:cxn modelId="{A5092AA6-5995-4828-8469-70390F7D7219}" type="presParOf" srcId="{DDB960FC-26F6-4B0F-A366-2D345DEFB058}" destId="{A287DDA6-FE85-47CC-9C51-51B42FA1F02D}" srcOrd="1" destOrd="0" presId="urn:microsoft.com/office/officeart/2005/8/layout/orgChart1"/>
    <dgm:cxn modelId="{B5C9F04E-DCAB-46C0-AE04-1F156EB3C5EF}" type="presParOf" srcId="{DDB960FC-26F6-4B0F-A366-2D345DEFB058}" destId="{C44F9F94-C70E-447D-B5AB-6A1E3219EF08}" srcOrd="2" destOrd="0" presId="urn:microsoft.com/office/officeart/2005/8/layout/orgChart1"/>
    <dgm:cxn modelId="{B7F3F66C-2699-4FF9-9528-5DDA6E06916B}" type="presParOf" srcId="{FA62F427-5C2F-4C10-810F-DAB3874509ED}" destId="{050A5852-CB98-43BB-81CE-6B06C1D2D4C6}" srcOrd="2" destOrd="0" presId="urn:microsoft.com/office/officeart/2005/8/layout/orgChart1"/>
    <dgm:cxn modelId="{44D54B53-ECAD-4168-B6C8-E2622E1B1EBF}" type="presParOf" srcId="{7CC39CCD-6B90-4F5C-B085-B4ED7555C6A8}" destId="{20033B46-1B01-4DB2-BE1A-E5371FFB1207}" srcOrd="10" destOrd="0" presId="urn:microsoft.com/office/officeart/2005/8/layout/orgChart1"/>
    <dgm:cxn modelId="{4D2D66B9-DACE-4866-8E33-27D71AE85BE2}" type="presParOf" srcId="{7CC39CCD-6B90-4F5C-B085-B4ED7555C6A8}" destId="{A6CBFE18-CE24-4367-B0A9-5A3809C11A8E}" srcOrd="11" destOrd="0" presId="urn:microsoft.com/office/officeart/2005/8/layout/orgChart1"/>
    <dgm:cxn modelId="{34AEC1F2-238F-4899-B6F5-8C09C610718B}" type="presParOf" srcId="{A6CBFE18-CE24-4367-B0A9-5A3809C11A8E}" destId="{68B87A1E-C75D-45A1-A1BF-A6ABFED3C8E2}" srcOrd="0" destOrd="0" presId="urn:microsoft.com/office/officeart/2005/8/layout/orgChart1"/>
    <dgm:cxn modelId="{23FE993B-9049-4E08-8665-2F6CAD6E53E4}" type="presParOf" srcId="{68B87A1E-C75D-45A1-A1BF-A6ABFED3C8E2}" destId="{C998D4ED-544C-4033-A93C-C4C5C02634E7}" srcOrd="0" destOrd="0" presId="urn:microsoft.com/office/officeart/2005/8/layout/orgChart1"/>
    <dgm:cxn modelId="{75111336-D23E-4A9A-9A3F-85B0B44FBFD6}" type="presParOf" srcId="{68B87A1E-C75D-45A1-A1BF-A6ABFED3C8E2}" destId="{7AE4CD6B-C36F-40E0-9E7A-6C55694B97A0}" srcOrd="1" destOrd="0" presId="urn:microsoft.com/office/officeart/2005/8/layout/orgChart1"/>
    <dgm:cxn modelId="{2832F336-3A57-4FE4-AC2C-D61B47D53238}" type="presParOf" srcId="{A6CBFE18-CE24-4367-B0A9-5A3809C11A8E}" destId="{E968306C-C2EA-47B7-9DBF-7B7CA3239FFB}" srcOrd="1" destOrd="0" presId="urn:microsoft.com/office/officeart/2005/8/layout/orgChart1"/>
    <dgm:cxn modelId="{8794E81B-0B90-4C19-BADA-EB84562A5AF5}" type="presParOf" srcId="{E968306C-C2EA-47B7-9DBF-7B7CA3239FFB}" destId="{FC136F95-E404-43C1-BA13-2FDF5EB1CDFB}" srcOrd="0" destOrd="0" presId="urn:microsoft.com/office/officeart/2005/8/layout/orgChart1"/>
    <dgm:cxn modelId="{82EED29B-3FED-4383-BA27-0A1FC732F759}" type="presParOf" srcId="{E968306C-C2EA-47B7-9DBF-7B7CA3239FFB}" destId="{D76E82AE-298B-42A5-AC75-DEBE3FAA9A56}" srcOrd="1" destOrd="0" presId="urn:microsoft.com/office/officeart/2005/8/layout/orgChart1"/>
    <dgm:cxn modelId="{D8DF9FFB-8035-4DF5-868B-171FC679568E}" type="presParOf" srcId="{D76E82AE-298B-42A5-AC75-DEBE3FAA9A56}" destId="{246736C0-E705-4B10-BE29-BF875EE01602}" srcOrd="0" destOrd="0" presId="urn:microsoft.com/office/officeart/2005/8/layout/orgChart1"/>
    <dgm:cxn modelId="{062DB711-F714-48AA-AC90-0E38EB422562}" type="presParOf" srcId="{246736C0-E705-4B10-BE29-BF875EE01602}" destId="{5A6586C9-FA5B-40C1-B933-B25790D13FFD}" srcOrd="0" destOrd="0" presId="urn:microsoft.com/office/officeart/2005/8/layout/orgChart1"/>
    <dgm:cxn modelId="{594C54FB-038D-488F-8EA2-88E61753EA46}" type="presParOf" srcId="{246736C0-E705-4B10-BE29-BF875EE01602}" destId="{1726BC01-8242-4CDD-B6B2-F7ED6F2F0F51}" srcOrd="1" destOrd="0" presId="urn:microsoft.com/office/officeart/2005/8/layout/orgChart1"/>
    <dgm:cxn modelId="{9D2746C4-3484-4C1C-B31D-370C38E5F4E6}" type="presParOf" srcId="{D76E82AE-298B-42A5-AC75-DEBE3FAA9A56}" destId="{A2E6CA7E-2F38-4809-AA32-A313B7959998}" srcOrd="1" destOrd="0" presId="urn:microsoft.com/office/officeart/2005/8/layout/orgChart1"/>
    <dgm:cxn modelId="{3EB7E110-4E1C-4515-8D27-8DC6C57C1B06}" type="presParOf" srcId="{D76E82AE-298B-42A5-AC75-DEBE3FAA9A56}" destId="{A9EE6635-6AB3-46BB-922D-DBC42B41E394}" srcOrd="2" destOrd="0" presId="urn:microsoft.com/office/officeart/2005/8/layout/orgChart1"/>
    <dgm:cxn modelId="{6193A96D-884D-4B19-9443-B23E1B1B5471}" type="presParOf" srcId="{E968306C-C2EA-47B7-9DBF-7B7CA3239FFB}" destId="{D7C8BA2A-CCD1-4910-8875-197E232900BD}" srcOrd="2" destOrd="0" presId="urn:microsoft.com/office/officeart/2005/8/layout/orgChart1"/>
    <dgm:cxn modelId="{970BAEA6-5CF7-4832-B332-A25E47684253}" type="presParOf" srcId="{E968306C-C2EA-47B7-9DBF-7B7CA3239FFB}" destId="{474F7CEA-D2AC-4224-BBB5-E435C1CC4A00}" srcOrd="3" destOrd="0" presId="urn:microsoft.com/office/officeart/2005/8/layout/orgChart1"/>
    <dgm:cxn modelId="{9DE4AD41-CD6F-4EF8-A031-12BAA9782558}" type="presParOf" srcId="{474F7CEA-D2AC-4224-BBB5-E435C1CC4A00}" destId="{B4C543DF-D9DE-4807-A9D8-B2B5B9E8CC67}" srcOrd="0" destOrd="0" presId="urn:microsoft.com/office/officeart/2005/8/layout/orgChart1"/>
    <dgm:cxn modelId="{061E076C-9380-4E65-BDA8-2FDFA8C108BC}" type="presParOf" srcId="{B4C543DF-D9DE-4807-A9D8-B2B5B9E8CC67}" destId="{21551D50-CCA6-4DC1-943C-CA87992E7A7A}" srcOrd="0" destOrd="0" presId="urn:microsoft.com/office/officeart/2005/8/layout/orgChart1"/>
    <dgm:cxn modelId="{75165CF0-A8E8-4C9D-B23A-AD27A97E9822}" type="presParOf" srcId="{B4C543DF-D9DE-4807-A9D8-B2B5B9E8CC67}" destId="{24B2F82A-1108-4EA1-8934-A3F76C89D731}" srcOrd="1" destOrd="0" presId="urn:microsoft.com/office/officeart/2005/8/layout/orgChart1"/>
    <dgm:cxn modelId="{5090AF43-9929-48F9-A752-588F4679425D}" type="presParOf" srcId="{474F7CEA-D2AC-4224-BBB5-E435C1CC4A00}" destId="{4CFBFC27-A0A7-41D6-9758-F37BB865CBA1}" srcOrd="1" destOrd="0" presId="urn:microsoft.com/office/officeart/2005/8/layout/orgChart1"/>
    <dgm:cxn modelId="{E469CB09-834C-4972-92DC-C6D8045FEE2C}" type="presParOf" srcId="{474F7CEA-D2AC-4224-BBB5-E435C1CC4A00}" destId="{34E12F86-4B32-4371-B0A8-320807A082F2}" srcOrd="2" destOrd="0" presId="urn:microsoft.com/office/officeart/2005/8/layout/orgChart1"/>
    <dgm:cxn modelId="{9DD240A0-7C8A-44FE-A10F-FE51738D4401}" type="presParOf" srcId="{E968306C-C2EA-47B7-9DBF-7B7CA3239FFB}" destId="{7F2C1A99-597E-4D37-9B66-B39C53272A11}" srcOrd="4" destOrd="0" presId="urn:microsoft.com/office/officeart/2005/8/layout/orgChart1"/>
    <dgm:cxn modelId="{622C3F1E-6689-4EE4-81B1-1E5A64B803D3}" type="presParOf" srcId="{E968306C-C2EA-47B7-9DBF-7B7CA3239FFB}" destId="{1DE7133F-51C2-4074-8028-D26A3CD5EB4D}" srcOrd="5" destOrd="0" presId="urn:microsoft.com/office/officeart/2005/8/layout/orgChart1"/>
    <dgm:cxn modelId="{26BC1715-43EA-46AA-AE1A-6EF7CB1012C7}" type="presParOf" srcId="{1DE7133F-51C2-4074-8028-D26A3CD5EB4D}" destId="{73F0FEDF-C3F5-4322-9FB3-6712D87D4C9C}" srcOrd="0" destOrd="0" presId="urn:microsoft.com/office/officeart/2005/8/layout/orgChart1"/>
    <dgm:cxn modelId="{F4652C80-F897-4214-AC8A-6B12A8A9F8D0}" type="presParOf" srcId="{73F0FEDF-C3F5-4322-9FB3-6712D87D4C9C}" destId="{EBF81391-87DF-4D27-BB77-5D9F17735C5B}" srcOrd="0" destOrd="0" presId="urn:microsoft.com/office/officeart/2005/8/layout/orgChart1"/>
    <dgm:cxn modelId="{07FC1A19-2F11-40A1-B597-81A1ABE66902}" type="presParOf" srcId="{73F0FEDF-C3F5-4322-9FB3-6712D87D4C9C}" destId="{7DF5B91F-DE38-4C52-A4AC-860A5CCB0CFE}" srcOrd="1" destOrd="0" presId="urn:microsoft.com/office/officeart/2005/8/layout/orgChart1"/>
    <dgm:cxn modelId="{1CEFFECD-9EA7-498B-BE9A-2B1F5D7B553E}" type="presParOf" srcId="{1DE7133F-51C2-4074-8028-D26A3CD5EB4D}" destId="{46ADECB1-E30B-4CDD-A52D-9F26C8E6E508}" srcOrd="1" destOrd="0" presId="urn:microsoft.com/office/officeart/2005/8/layout/orgChart1"/>
    <dgm:cxn modelId="{94707F76-ACEA-4B0E-8E5A-EBD52A53B79E}" type="presParOf" srcId="{1DE7133F-51C2-4074-8028-D26A3CD5EB4D}" destId="{4C713AA7-0DD5-4E03-80A1-70FD80E6CBA8}" srcOrd="2" destOrd="0" presId="urn:microsoft.com/office/officeart/2005/8/layout/orgChart1"/>
    <dgm:cxn modelId="{C5B0C950-1771-4A26-B321-A2F12BE36681}" type="presParOf" srcId="{E968306C-C2EA-47B7-9DBF-7B7CA3239FFB}" destId="{C0725B4C-70D8-4BFC-A868-C4055DA9FAED}" srcOrd="6" destOrd="0" presId="urn:microsoft.com/office/officeart/2005/8/layout/orgChart1"/>
    <dgm:cxn modelId="{9AD8BFB6-E0A8-4712-9F51-0A15637A7C85}" type="presParOf" srcId="{E968306C-C2EA-47B7-9DBF-7B7CA3239FFB}" destId="{270A2DCE-A285-4F40-AEF4-AB349927C7B5}" srcOrd="7" destOrd="0" presId="urn:microsoft.com/office/officeart/2005/8/layout/orgChart1"/>
    <dgm:cxn modelId="{B79584B1-8461-42BA-972C-0825749DD641}" type="presParOf" srcId="{270A2DCE-A285-4F40-AEF4-AB349927C7B5}" destId="{A8531A7A-FFE4-4B45-A6E5-FB486FDC1184}" srcOrd="0" destOrd="0" presId="urn:microsoft.com/office/officeart/2005/8/layout/orgChart1"/>
    <dgm:cxn modelId="{9C408E5F-393A-4864-93D1-5063D17147E6}" type="presParOf" srcId="{A8531A7A-FFE4-4B45-A6E5-FB486FDC1184}" destId="{BC3527FF-66B8-4DA2-ADBB-6877F3BEE16D}" srcOrd="0" destOrd="0" presId="urn:microsoft.com/office/officeart/2005/8/layout/orgChart1"/>
    <dgm:cxn modelId="{3781118D-129E-40B5-8BC5-AA2B6EEAFA1A}" type="presParOf" srcId="{A8531A7A-FFE4-4B45-A6E5-FB486FDC1184}" destId="{B2E98222-DAC6-49E2-9F5A-910A1DEF263E}" srcOrd="1" destOrd="0" presId="urn:microsoft.com/office/officeart/2005/8/layout/orgChart1"/>
    <dgm:cxn modelId="{116C358A-EFD8-4EC6-9854-EF4C753A95EF}" type="presParOf" srcId="{270A2DCE-A285-4F40-AEF4-AB349927C7B5}" destId="{E6B53D90-2AAB-464D-B1FA-E7D310FAD1BF}" srcOrd="1" destOrd="0" presId="urn:microsoft.com/office/officeart/2005/8/layout/orgChart1"/>
    <dgm:cxn modelId="{431DED69-E6FE-4848-ADBC-5FAA57EFEC1F}" type="presParOf" srcId="{270A2DCE-A285-4F40-AEF4-AB349927C7B5}" destId="{73475A32-2AD6-4FD5-92AD-940C00E40E16}" srcOrd="2" destOrd="0" presId="urn:microsoft.com/office/officeart/2005/8/layout/orgChart1"/>
    <dgm:cxn modelId="{94BF5257-1876-4F19-B05B-4A8D60E6D396}" type="presParOf" srcId="{E968306C-C2EA-47B7-9DBF-7B7CA3239FFB}" destId="{9E57C301-6250-4F3E-B4D9-5F297C73069F}" srcOrd="8" destOrd="0" presId="urn:microsoft.com/office/officeart/2005/8/layout/orgChart1"/>
    <dgm:cxn modelId="{5E76F84A-EDAB-42F5-976F-77425DEC775B}" type="presParOf" srcId="{E968306C-C2EA-47B7-9DBF-7B7CA3239FFB}" destId="{F58C9AEF-E552-4491-9099-3FF69305EAEA}" srcOrd="9" destOrd="0" presId="urn:microsoft.com/office/officeart/2005/8/layout/orgChart1"/>
    <dgm:cxn modelId="{DB04B61E-46D1-4C81-A7FB-09891C90CB10}" type="presParOf" srcId="{F58C9AEF-E552-4491-9099-3FF69305EAEA}" destId="{D35E07A4-FBF6-4C2A-87B2-91B3A6FEB40C}" srcOrd="0" destOrd="0" presId="urn:microsoft.com/office/officeart/2005/8/layout/orgChart1"/>
    <dgm:cxn modelId="{58E73A6A-4AA5-4EA8-9FB2-99C4DC0E8BA7}" type="presParOf" srcId="{D35E07A4-FBF6-4C2A-87B2-91B3A6FEB40C}" destId="{C7B09E4E-60D1-4F00-977E-5DE301300ACA}" srcOrd="0" destOrd="0" presId="urn:microsoft.com/office/officeart/2005/8/layout/orgChart1"/>
    <dgm:cxn modelId="{17851633-B5C2-4C7F-B0DD-216320FFBE3B}" type="presParOf" srcId="{D35E07A4-FBF6-4C2A-87B2-91B3A6FEB40C}" destId="{02A109DF-2871-4E1B-B89B-75717BBA7394}" srcOrd="1" destOrd="0" presId="urn:microsoft.com/office/officeart/2005/8/layout/orgChart1"/>
    <dgm:cxn modelId="{7E491394-D354-46A0-9042-741931B99C43}" type="presParOf" srcId="{F58C9AEF-E552-4491-9099-3FF69305EAEA}" destId="{36AE5E39-502F-4970-A8F6-74C7E5B85319}" srcOrd="1" destOrd="0" presId="urn:microsoft.com/office/officeart/2005/8/layout/orgChart1"/>
    <dgm:cxn modelId="{EB6F8364-0118-4F28-9DCD-4EFE49004991}" type="presParOf" srcId="{F58C9AEF-E552-4491-9099-3FF69305EAEA}" destId="{9C6CB1FB-C17A-4AD8-8585-417014E2FFB3}" srcOrd="2" destOrd="0" presId="urn:microsoft.com/office/officeart/2005/8/layout/orgChart1"/>
    <dgm:cxn modelId="{3077F79B-C886-4FDA-A705-0A7D7960135F}" type="presParOf" srcId="{A6CBFE18-CE24-4367-B0A9-5A3809C11A8E}" destId="{40BDB5E2-B4CB-432D-ABD9-AD689420CD4C}" srcOrd="2" destOrd="0" presId="urn:microsoft.com/office/officeart/2005/8/layout/orgChart1"/>
    <dgm:cxn modelId="{F182B8D2-038B-40B0-8E55-10E8D9634F71}" type="presParOf" srcId="{7CC39CCD-6B90-4F5C-B085-B4ED7555C6A8}" destId="{587F7F18-82EB-49F0-9B53-909DF2D79A46}" srcOrd="12" destOrd="0" presId="urn:microsoft.com/office/officeart/2005/8/layout/orgChart1"/>
    <dgm:cxn modelId="{63A98015-3441-4E3D-85E2-1E82F7EF9A06}" type="presParOf" srcId="{7CC39CCD-6B90-4F5C-B085-B4ED7555C6A8}" destId="{AFAC9FFD-5693-4752-B93C-6D7071C53BE9}" srcOrd="13" destOrd="0" presId="urn:microsoft.com/office/officeart/2005/8/layout/orgChart1"/>
    <dgm:cxn modelId="{EDC3BED8-BAB6-4282-9CC4-01E95C9963E1}" type="presParOf" srcId="{AFAC9FFD-5693-4752-B93C-6D7071C53BE9}" destId="{2E6404B6-76A1-4236-A080-B54FA895E23F}" srcOrd="0" destOrd="0" presId="urn:microsoft.com/office/officeart/2005/8/layout/orgChart1"/>
    <dgm:cxn modelId="{E4997FD8-E741-47ED-8ACC-BF9E67D5E9E5}" type="presParOf" srcId="{2E6404B6-76A1-4236-A080-B54FA895E23F}" destId="{9AF0D11C-6269-4535-B6B5-F46E9187049A}" srcOrd="0" destOrd="0" presId="urn:microsoft.com/office/officeart/2005/8/layout/orgChart1"/>
    <dgm:cxn modelId="{0B2EAF3B-097B-4248-AE81-B86DDE212A8A}" type="presParOf" srcId="{2E6404B6-76A1-4236-A080-B54FA895E23F}" destId="{A78F9315-F609-4F88-A7B4-97C1A04AEF37}" srcOrd="1" destOrd="0" presId="urn:microsoft.com/office/officeart/2005/8/layout/orgChart1"/>
    <dgm:cxn modelId="{E93EC033-0CF5-4ACA-8328-75ECA6C8028B}" type="presParOf" srcId="{AFAC9FFD-5693-4752-B93C-6D7071C53BE9}" destId="{615130D5-0DBA-4370-B41B-A519DEBFB3C3}" srcOrd="1" destOrd="0" presId="urn:microsoft.com/office/officeart/2005/8/layout/orgChart1"/>
    <dgm:cxn modelId="{6D997F15-29A8-458D-B174-94D64F25D738}" type="presParOf" srcId="{615130D5-0DBA-4370-B41B-A519DEBFB3C3}" destId="{BCBA61D8-9814-4417-B983-B11C8CF5991C}" srcOrd="0" destOrd="0" presId="urn:microsoft.com/office/officeart/2005/8/layout/orgChart1"/>
    <dgm:cxn modelId="{4B7A1326-DA31-47B6-B582-AB7088A6785C}" type="presParOf" srcId="{615130D5-0DBA-4370-B41B-A519DEBFB3C3}" destId="{F15AD457-668F-4F56-B66B-816D963EB677}" srcOrd="1" destOrd="0" presId="urn:microsoft.com/office/officeart/2005/8/layout/orgChart1"/>
    <dgm:cxn modelId="{61CF4885-84BB-41CC-9740-B65A2FEB95A7}" type="presParOf" srcId="{F15AD457-668F-4F56-B66B-816D963EB677}" destId="{98226B11-942A-447C-BA25-393CAEDE68DE}" srcOrd="0" destOrd="0" presId="urn:microsoft.com/office/officeart/2005/8/layout/orgChart1"/>
    <dgm:cxn modelId="{5F2A8F46-DE9F-467D-ABE3-F67275DC67E9}" type="presParOf" srcId="{98226B11-942A-447C-BA25-393CAEDE68DE}" destId="{A191B63C-8D0B-4EB6-BCFD-C9BBB92AF3BA}" srcOrd="0" destOrd="0" presId="urn:microsoft.com/office/officeart/2005/8/layout/orgChart1"/>
    <dgm:cxn modelId="{759BB1E7-DD2D-4BD7-BFF3-A1E9186B862C}" type="presParOf" srcId="{98226B11-942A-447C-BA25-393CAEDE68DE}" destId="{443B716B-BC27-4C67-8637-B53363A5EB15}" srcOrd="1" destOrd="0" presId="urn:microsoft.com/office/officeart/2005/8/layout/orgChart1"/>
    <dgm:cxn modelId="{FCD6C663-D00B-497F-8865-A8F5E06CB1D1}" type="presParOf" srcId="{F15AD457-668F-4F56-B66B-816D963EB677}" destId="{8D210F6C-150A-4178-A8A5-6944AA71ACBF}" srcOrd="1" destOrd="0" presId="urn:microsoft.com/office/officeart/2005/8/layout/orgChart1"/>
    <dgm:cxn modelId="{58E167CC-95C4-49C1-A7AB-2C00BDC94EF1}" type="presParOf" srcId="{F15AD457-668F-4F56-B66B-816D963EB677}" destId="{BD90A4E1-2F53-4126-9BBF-49C86432BAD1}" srcOrd="2" destOrd="0" presId="urn:microsoft.com/office/officeart/2005/8/layout/orgChart1"/>
    <dgm:cxn modelId="{07F86034-811C-48BF-A336-5DE00F276D80}" type="presParOf" srcId="{615130D5-0DBA-4370-B41B-A519DEBFB3C3}" destId="{D930E252-CDF6-4235-A5CB-B5FDE3DDE03B}" srcOrd="2" destOrd="0" presId="urn:microsoft.com/office/officeart/2005/8/layout/orgChart1"/>
    <dgm:cxn modelId="{821A7213-3AB4-47A7-8FBE-D23E30848D7E}" type="presParOf" srcId="{615130D5-0DBA-4370-B41B-A519DEBFB3C3}" destId="{B04B5862-1EDF-45C0-BC7E-4358FEADE32F}" srcOrd="3" destOrd="0" presId="urn:microsoft.com/office/officeart/2005/8/layout/orgChart1"/>
    <dgm:cxn modelId="{6BFC335B-F35C-4CF6-B355-BFC279EF2BB7}" type="presParOf" srcId="{B04B5862-1EDF-45C0-BC7E-4358FEADE32F}" destId="{3FD86D91-FC65-453E-97E6-8F9A7C5CCE9B}" srcOrd="0" destOrd="0" presId="urn:microsoft.com/office/officeart/2005/8/layout/orgChart1"/>
    <dgm:cxn modelId="{583FAAFD-D777-4688-90D4-9627FF5B7FCE}" type="presParOf" srcId="{3FD86D91-FC65-453E-97E6-8F9A7C5CCE9B}" destId="{ACCEDA4C-1889-4DCE-BE47-021746FBB6C6}" srcOrd="0" destOrd="0" presId="urn:microsoft.com/office/officeart/2005/8/layout/orgChart1"/>
    <dgm:cxn modelId="{9FAF7448-509A-4C7C-96BC-C7CE99D5E54D}" type="presParOf" srcId="{3FD86D91-FC65-453E-97E6-8F9A7C5CCE9B}" destId="{4090A9D7-E075-420E-87A3-65F36A525F7A}" srcOrd="1" destOrd="0" presId="urn:microsoft.com/office/officeart/2005/8/layout/orgChart1"/>
    <dgm:cxn modelId="{7B5A2973-BE79-427A-AC7A-2D913E2CF596}" type="presParOf" srcId="{B04B5862-1EDF-45C0-BC7E-4358FEADE32F}" destId="{437FFE7A-6A98-4A5B-A402-645B83BE553A}" srcOrd="1" destOrd="0" presId="urn:microsoft.com/office/officeart/2005/8/layout/orgChart1"/>
    <dgm:cxn modelId="{8BB12ED5-3A01-4CD6-8FAD-11C47BE124BE}" type="presParOf" srcId="{B04B5862-1EDF-45C0-BC7E-4358FEADE32F}" destId="{6522DDC4-8519-4ABB-BF1A-5F90B82B3E19}" srcOrd="2" destOrd="0" presId="urn:microsoft.com/office/officeart/2005/8/layout/orgChart1"/>
    <dgm:cxn modelId="{600C242A-E4D2-409F-9F9B-A99BFB19D41C}" type="presParOf" srcId="{615130D5-0DBA-4370-B41B-A519DEBFB3C3}" destId="{9036E9CC-2863-4FDF-B799-75CA8D8EB49F}" srcOrd="4" destOrd="0" presId="urn:microsoft.com/office/officeart/2005/8/layout/orgChart1"/>
    <dgm:cxn modelId="{FFFA35FC-D70E-47B8-B9C6-5051C22F23E8}" type="presParOf" srcId="{615130D5-0DBA-4370-B41B-A519DEBFB3C3}" destId="{9DF5621F-E7EB-411D-873C-8FF0C898395A}" srcOrd="5" destOrd="0" presId="urn:microsoft.com/office/officeart/2005/8/layout/orgChart1"/>
    <dgm:cxn modelId="{8B60A1C8-CAB6-4FED-A5B8-F7A8655A4070}" type="presParOf" srcId="{9DF5621F-E7EB-411D-873C-8FF0C898395A}" destId="{8B750DDA-FA9F-4E0D-8622-C928F3AA5AC4}" srcOrd="0" destOrd="0" presId="urn:microsoft.com/office/officeart/2005/8/layout/orgChart1"/>
    <dgm:cxn modelId="{53D3E6D1-0E70-4681-9F5C-D0543A54E3B4}" type="presParOf" srcId="{8B750DDA-FA9F-4E0D-8622-C928F3AA5AC4}" destId="{6D010037-3DBD-4F60-80E7-92C04A85E862}" srcOrd="0" destOrd="0" presId="urn:microsoft.com/office/officeart/2005/8/layout/orgChart1"/>
    <dgm:cxn modelId="{5426BAAF-DF00-4295-B7AD-15CB68CF6496}" type="presParOf" srcId="{8B750DDA-FA9F-4E0D-8622-C928F3AA5AC4}" destId="{7E14BEE0-5D32-4A3E-90D5-3DE8F5EAD9B6}" srcOrd="1" destOrd="0" presId="urn:microsoft.com/office/officeart/2005/8/layout/orgChart1"/>
    <dgm:cxn modelId="{DE69B6AA-C027-40DB-9F9B-51A66E80278F}" type="presParOf" srcId="{9DF5621F-E7EB-411D-873C-8FF0C898395A}" destId="{DABED48C-514F-4967-BB55-0B8130391744}" srcOrd="1" destOrd="0" presId="urn:microsoft.com/office/officeart/2005/8/layout/orgChart1"/>
    <dgm:cxn modelId="{8CA8B731-C655-41B7-830F-8222A62829CC}" type="presParOf" srcId="{9DF5621F-E7EB-411D-873C-8FF0C898395A}" destId="{37A897E9-8923-46BC-9B20-A9B137B72E3D}" srcOrd="2" destOrd="0" presId="urn:microsoft.com/office/officeart/2005/8/layout/orgChart1"/>
    <dgm:cxn modelId="{18917247-F8E6-481C-A2E7-B0C35EAEE580}" type="presParOf" srcId="{AFAC9FFD-5693-4752-B93C-6D7071C53BE9}" destId="{73C3C40C-49A7-4D0F-B0DC-91F1E0916874}" srcOrd="2" destOrd="0" presId="urn:microsoft.com/office/officeart/2005/8/layout/orgChart1"/>
    <dgm:cxn modelId="{1C9B9BDD-9B39-45B9-9BAF-2A3A215EEACE}" type="presParOf" srcId="{0DA4C8A9-054E-4C36-9AD6-E3EB14BF20E2}" destId="{51834371-7E1E-4BA2-A289-7B61D9A55DA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36E9CC-2863-4FDF-B799-75CA8D8EB49F}">
      <dsp:nvSpPr>
        <dsp:cNvPr id="0" name=""/>
        <dsp:cNvSpPr/>
      </dsp:nvSpPr>
      <dsp:spPr>
        <a:xfrm>
          <a:off x="8221864" y="1277850"/>
          <a:ext cx="158121" cy="19817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1792"/>
              </a:lnTo>
              <a:lnTo>
                <a:pt x="158121" y="1981792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30E252-CDF6-4235-A5CB-B5FDE3DDE03B}">
      <dsp:nvSpPr>
        <dsp:cNvPr id="0" name=""/>
        <dsp:cNvSpPr/>
      </dsp:nvSpPr>
      <dsp:spPr>
        <a:xfrm>
          <a:off x="8221864" y="1277850"/>
          <a:ext cx="158121" cy="1233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3349"/>
              </a:lnTo>
              <a:lnTo>
                <a:pt x="158121" y="1233349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BA61D8-9814-4417-B983-B11C8CF5991C}">
      <dsp:nvSpPr>
        <dsp:cNvPr id="0" name=""/>
        <dsp:cNvSpPr/>
      </dsp:nvSpPr>
      <dsp:spPr>
        <a:xfrm>
          <a:off x="8221864" y="1277850"/>
          <a:ext cx="158121" cy="484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4906"/>
              </a:lnTo>
              <a:lnTo>
                <a:pt x="158121" y="48490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7F7F18-82EB-49F0-9B53-909DF2D79A46}">
      <dsp:nvSpPr>
        <dsp:cNvPr id="0" name=""/>
        <dsp:cNvSpPr/>
      </dsp:nvSpPr>
      <dsp:spPr>
        <a:xfrm>
          <a:off x="4816975" y="529406"/>
          <a:ext cx="3826547" cy="2213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85"/>
              </a:lnTo>
              <a:lnTo>
                <a:pt x="3826547" y="110685"/>
              </a:lnTo>
              <a:lnTo>
                <a:pt x="3826547" y="22137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57C301-6250-4F3E-B4D9-5F297C73069F}">
      <dsp:nvSpPr>
        <dsp:cNvPr id="0" name=""/>
        <dsp:cNvSpPr/>
      </dsp:nvSpPr>
      <dsp:spPr>
        <a:xfrm>
          <a:off x="6946348" y="1277850"/>
          <a:ext cx="158121" cy="34786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78679"/>
              </a:lnTo>
              <a:lnTo>
                <a:pt x="158121" y="3478679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725B4C-70D8-4BFC-A868-C4055DA9FAED}">
      <dsp:nvSpPr>
        <dsp:cNvPr id="0" name=""/>
        <dsp:cNvSpPr/>
      </dsp:nvSpPr>
      <dsp:spPr>
        <a:xfrm>
          <a:off x="6946348" y="1277850"/>
          <a:ext cx="158121" cy="27302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0236"/>
              </a:lnTo>
              <a:lnTo>
                <a:pt x="158121" y="273023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2C1A99-597E-4D37-9B66-B39C53272A11}">
      <dsp:nvSpPr>
        <dsp:cNvPr id="0" name=""/>
        <dsp:cNvSpPr/>
      </dsp:nvSpPr>
      <dsp:spPr>
        <a:xfrm>
          <a:off x="6946348" y="1277850"/>
          <a:ext cx="158121" cy="19817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1792"/>
              </a:lnTo>
              <a:lnTo>
                <a:pt x="158121" y="1981792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C8BA2A-CCD1-4910-8875-197E232900BD}">
      <dsp:nvSpPr>
        <dsp:cNvPr id="0" name=""/>
        <dsp:cNvSpPr/>
      </dsp:nvSpPr>
      <dsp:spPr>
        <a:xfrm>
          <a:off x="6946348" y="1277850"/>
          <a:ext cx="158121" cy="1233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3349"/>
              </a:lnTo>
              <a:lnTo>
                <a:pt x="158121" y="1233349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136F95-E404-43C1-BA13-2FDF5EB1CDFB}">
      <dsp:nvSpPr>
        <dsp:cNvPr id="0" name=""/>
        <dsp:cNvSpPr/>
      </dsp:nvSpPr>
      <dsp:spPr>
        <a:xfrm>
          <a:off x="6946348" y="1277850"/>
          <a:ext cx="158121" cy="484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4906"/>
              </a:lnTo>
              <a:lnTo>
                <a:pt x="158121" y="48490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033B46-1B01-4DB2-BE1A-E5371FFB1207}">
      <dsp:nvSpPr>
        <dsp:cNvPr id="0" name=""/>
        <dsp:cNvSpPr/>
      </dsp:nvSpPr>
      <dsp:spPr>
        <a:xfrm>
          <a:off x="4816975" y="529406"/>
          <a:ext cx="2551031" cy="2213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85"/>
              </a:lnTo>
              <a:lnTo>
                <a:pt x="2551031" y="110685"/>
              </a:lnTo>
              <a:lnTo>
                <a:pt x="2551031" y="22137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86E083-C0AB-46B3-BA74-32B8434098DB}">
      <dsp:nvSpPr>
        <dsp:cNvPr id="0" name=""/>
        <dsp:cNvSpPr/>
      </dsp:nvSpPr>
      <dsp:spPr>
        <a:xfrm>
          <a:off x="5670832" y="1277850"/>
          <a:ext cx="158121" cy="27302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0236"/>
              </a:lnTo>
              <a:lnTo>
                <a:pt x="158121" y="273023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BF4268-1976-44C7-8CFE-50B2EE839AD8}">
      <dsp:nvSpPr>
        <dsp:cNvPr id="0" name=""/>
        <dsp:cNvSpPr/>
      </dsp:nvSpPr>
      <dsp:spPr>
        <a:xfrm>
          <a:off x="5670832" y="1277850"/>
          <a:ext cx="158121" cy="19817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1792"/>
              </a:lnTo>
              <a:lnTo>
                <a:pt x="158121" y="1981792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B97845-390A-47CD-A72B-D8DD36DC90DC}">
      <dsp:nvSpPr>
        <dsp:cNvPr id="0" name=""/>
        <dsp:cNvSpPr/>
      </dsp:nvSpPr>
      <dsp:spPr>
        <a:xfrm>
          <a:off x="5670832" y="1277850"/>
          <a:ext cx="158121" cy="1233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3349"/>
              </a:lnTo>
              <a:lnTo>
                <a:pt x="158121" y="1233349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E9C4D3-F2F1-4618-B826-7635616BAAFB}">
      <dsp:nvSpPr>
        <dsp:cNvPr id="0" name=""/>
        <dsp:cNvSpPr/>
      </dsp:nvSpPr>
      <dsp:spPr>
        <a:xfrm>
          <a:off x="5670832" y="1277850"/>
          <a:ext cx="158121" cy="484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4906"/>
              </a:lnTo>
              <a:lnTo>
                <a:pt x="158121" y="48490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270E46-5B19-4321-9102-CFBFB09AAEF0}">
      <dsp:nvSpPr>
        <dsp:cNvPr id="0" name=""/>
        <dsp:cNvSpPr/>
      </dsp:nvSpPr>
      <dsp:spPr>
        <a:xfrm>
          <a:off x="4816975" y="529406"/>
          <a:ext cx="1275515" cy="2213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85"/>
              </a:lnTo>
              <a:lnTo>
                <a:pt x="1275515" y="110685"/>
              </a:lnTo>
              <a:lnTo>
                <a:pt x="1275515" y="22137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E0B4D0-88D1-4249-9F7E-3F314A5FA75D}">
      <dsp:nvSpPr>
        <dsp:cNvPr id="0" name=""/>
        <dsp:cNvSpPr/>
      </dsp:nvSpPr>
      <dsp:spPr>
        <a:xfrm>
          <a:off x="4395317" y="1277850"/>
          <a:ext cx="158121" cy="19817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1792"/>
              </a:lnTo>
              <a:lnTo>
                <a:pt x="158121" y="1981792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E6A167-A7F3-4925-A061-EA055BA52861}">
      <dsp:nvSpPr>
        <dsp:cNvPr id="0" name=""/>
        <dsp:cNvSpPr/>
      </dsp:nvSpPr>
      <dsp:spPr>
        <a:xfrm>
          <a:off x="4395317" y="1277850"/>
          <a:ext cx="158121" cy="1233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3349"/>
              </a:lnTo>
              <a:lnTo>
                <a:pt x="158121" y="1233349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00B5F6-182A-41B9-8D38-7F7F4E11B6F2}">
      <dsp:nvSpPr>
        <dsp:cNvPr id="0" name=""/>
        <dsp:cNvSpPr/>
      </dsp:nvSpPr>
      <dsp:spPr>
        <a:xfrm>
          <a:off x="4395317" y="1277850"/>
          <a:ext cx="158121" cy="484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4906"/>
              </a:lnTo>
              <a:lnTo>
                <a:pt x="158121" y="48490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E63C16-E517-49D0-B62A-9B553648AEE2}">
      <dsp:nvSpPr>
        <dsp:cNvPr id="0" name=""/>
        <dsp:cNvSpPr/>
      </dsp:nvSpPr>
      <dsp:spPr>
        <a:xfrm>
          <a:off x="4771255" y="529406"/>
          <a:ext cx="91440" cy="22137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137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A55444-F61E-4793-9D2B-C996E4AF475A}">
      <dsp:nvSpPr>
        <dsp:cNvPr id="0" name=""/>
        <dsp:cNvSpPr/>
      </dsp:nvSpPr>
      <dsp:spPr>
        <a:xfrm>
          <a:off x="3119801" y="1277850"/>
          <a:ext cx="158121" cy="42271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27122"/>
              </a:lnTo>
              <a:lnTo>
                <a:pt x="158121" y="4227122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595D59-ED50-48F5-82EA-1934B1392435}">
      <dsp:nvSpPr>
        <dsp:cNvPr id="0" name=""/>
        <dsp:cNvSpPr/>
      </dsp:nvSpPr>
      <dsp:spPr>
        <a:xfrm>
          <a:off x="3119801" y="1277850"/>
          <a:ext cx="158121" cy="34786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78679"/>
              </a:lnTo>
              <a:lnTo>
                <a:pt x="158121" y="3478679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8A3AF4-1AC2-42B1-92F4-F2E2221B210A}">
      <dsp:nvSpPr>
        <dsp:cNvPr id="0" name=""/>
        <dsp:cNvSpPr/>
      </dsp:nvSpPr>
      <dsp:spPr>
        <a:xfrm>
          <a:off x="3119801" y="1277850"/>
          <a:ext cx="158121" cy="27302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0236"/>
              </a:lnTo>
              <a:lnTo>
                <a:pt x="158121" y="273023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67038F-4253-47B8-9D34-8C7AC964262F}">
      <dsp:nvSpPr>
        <dsp:cNvPr id="0" name=""/>
        <dsp:cNvSpPr/>
      </dsp:nvSpPr>
      <dsp:spPr>
        <a:xfrm>
          <a:off x="3119801" y="1277850"/>
          <a:ext cx="158121" cy="19817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1792"/>
              </a:lnTo>
              <a:lnTo>
                <a:pt x="158121" y="1981792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13D0A5-96AD-442E-8926-32C68E2B2936}">
      <dsp:nvSpPr>
        <dsp:cNvPr id="0" name=""/>
        <dsp:cNvSpPr/>
      </dsp:nvSpPr>
      <dsp:spPr>
        <a:xfrm>
          <a:off x="3119801" y="1277850"/>
          <a:ext cx="158121" cy="1233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3349"/>
              </a:lnTo>
              <a:lnTo>
                <a:pt x="158121" y="1233349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CFBB80-4401-4E04-8B6D-16BCF4F5419A}">
      <dsp:nvSpPr>
        <dsp:cNvPr id="0" name=""/>
        <dsp:cNvSpPr/>
      </dsp:nvSpPr>
      <dsp:spPr>
        <a:xfrm>
          <a:off x="3119801" y="1277850"/>
          <a:ext cx="158121" cy="484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4906"/>
              </a:lnTo>
              <a:lnTo>
                <a:pt x="158121" y="48490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00760A-B54D-4DD9-B47E-035FB9D39BF3}">
      <dsp:nvSpPr>
        <dsp:cNvPr id="0" name=""/>
        <dsp:cNvSpPr/>
      </dsp:nvSpPr>
      <dsp:spPr>
        <a:xfrm>
          <a:off x="3541459" y="529406"/>
          <a:ext cx="1275515" cy="221370"/>
        </a:xfrm>
        <a:custGeom>
          <a:avLst/>
          <a:gdLst/>
          <a:ahLst/>
          <a:cxnLst/>
          <a:rect l="0" t="0" r="0" b="0"/>
          <a:pathLst>
            <a:path>
              <a:moveTo>
                <a:pt x="1275515" y="0"/>
              </a:moveTo>
              <a:lnTo>
                <a:pt x="1275515" y="110685"/>
              </a:lnTo>
              <a:lnTo>
                <a:pt x="0" y="110685"/>
              </a:lnTo>
              <a:lnTo>
                <a:pt x="0" y="22137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F27DFD-FA57-417E-89E7-C8BAF13AB9E2}">
      <dsp:nvSpPr>
        <dsp:cNvPr id="0" name=""/>
        <dsp:cNvSpPr/>
      </dsp:nvSpPr>
      <dsp:spPr>
        <a:xfrm>
          <a:off x="1844285" y="1277850"/>
          <a:ext cx="158121" cy="27302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0236"/>
              </a:lnTo>
              <a:lnTo>
                <a:pt x="158121" y="273023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77FDFC-F939-4923-AA7E-AB7B6B8D35F7}">
      <dsp:nvSpPr>
        <dsp:cNvPr id="0" name=""/>
        <dsp:cNvSpPr/>
      </dsp:nvSpPr>
      <dsp:spPr>
        <a:xfrm>
          <a:off x="1844285" y="1277850"/>
          <a:ext cx="158121" cy="19817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1792"/>
              </a:lnTo>
              <a:lnTo>
                <a:pt x="158121" y="1981792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40ECA7-F35B-429B-A7D6-04453C576B45}">
      <dsp:nvSpPr>
        <dsp:cNvPr id="0" name=""/>
        <dsp:cNvSpPr/>
      </dsp:nvSpPr>
      <dsp:spPr>
        <a:xfrm>
          <a:off x="1844285" y="1277850"/>
          <a:ext cx="158121" cy="1233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3349"/>
              </a:lnTo>
              <a:lnTo>
                <a:pt x="158121" y="1233349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9314BD-1D8B-497C-A8FD-7B331E33F0DD}">
      <dsp:nvSpPr>
        <dsp:cNvPr id="0" name=""/>
        <dsp:cNvSpPr/>
      </dsp:nvSpPr>
      <dsp:spPr>
        <a:xfrm>
          <a:off x="1844285" y="1277850"/>
          <a:ext cx="158121" cy="484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4906"/>
              </a:lnTo>
              <a:lnTo>
                <a:pt x="158121" y="48490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F32AB8-EC46-4970-9F79-C3CFB85507F9}">
      <dsp:nvSpPr>
        <dsp:cNvPr id="0" name=""/>
        <dsp:cNvSpPr/>
      </dsp:nvSpPr>
      <dsp:spPr>
        <a:xfrm>
          <a:off x="2265943" y="529406"/>
          <a:ext cx="2551031" cy="221370"/>
        </a:xfrm>
        <a:custGeom>
          <a:avLst/>
          <a:gdLst/>
          <a:ahLst/>
          <a:cxnLst/>
          <a:rect l="0" t="0" r="0" b="0"/>
          <a:pathLst>
            <a:path>
              <a:moveTo>
                <a:pt x="2551031" y="0"/>
              </a:moveTo>
              <a:lnTo>
                <a:pt x="2551031" y="110685"/>
              </a:lnTo>
              <a:lnTo>
                <a:pt x="0" y="110685"/>
              </a:lnTo>
              <a:lnTo>
                <a:pt x="0" y="22137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87F21C-B2BF-4EF8-B0FC-229884FB4A70}">
      <dsp:nvSpPr>
        <dsp:cNvPr id="0" name=""/>
        <dsp:cNvSpPr/>
      </dsp:nvSpPr>
      <dsp:spPr>
        <a:xfrm>
          <a:off x="568770" y="1277850"/>
          <a:ext cx="158121" cy="27302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0236"/>
              </a:lnTo>
              <a:lnTo>
                <a:pt x="158121" y="273023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16BE99-24E2-41DA-B6D9-F5ADCFC303DC}">
      <dsp:nvSpPr>
        <dsp:cNvPr id="0" name=""/>
        <dsp:cNvSpPr/>
      </dsp:nvSpPr>
      <dsp:spPr>
        <a:xfrm>
          <a:off x="568770" y="1277850"/>
          <a:ext cx="158121" cy="19817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1792"/>
              </a:lnTo>
              <a:lnTo>
                <a:pt x="158121" y="1981792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D5D943-6788-4CC3-BA27-CCCB85BF6BD5}">
      <dsp:nvSpPr>
        <dsp:cNvPr id="0" name=""/>
        <dsp:cNvSpPr/>
      </dsp:nvSpPr>
      <dsp:spPr>
        <a:xfrm>
          <a:off x="568770" y="1277850"/>
          <a:ext cx="158121" cy="1233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3349"/>
              </a:lnTo>
              <a:lnTo>
                <a:pt x="158121" y="1233349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132438-48EF-4BF3-B099-7AFEE92C0C13}">
      <dsp:nvSpPr>
        <dsp:cNvPr id="0" name=""/>
        <dsp:cNvSpPr/>
      </dsp:nvSpPr>
      <dsp:spPr>
        <a:xfrm>
          <a:off x="568770" y="1277850"/>
          <a:ext cx="158121" cy="484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4906"/>
              </a:lnTo>
              <a:lnTo>
                <a:pt x="158121" y="48490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949E47-E3FE-4DCA-A150-E44FB9876CAA}">
      <dsp:nvSpPr>
        <dsp:cNvPr id="0" name=""/>
        <dsp:cNvSpPr/>
      </dsp:nvSpPr>
      <dsp:spPr>
        <a:xfrm>
          <a:off x="990428" y="529406"/>
          <a:ext cx="3826547" cy="221370"/>
        </a:xfrm>
        <a:custGeom>
          <a:avLst/>
          <a:gdLst/>
          <a:ahLst/>
          <a:cxnLst/>
          <a:rect l="0" t="0" r="0" b="0"/>
          <a:pathLst>
            <a:path>
              <a:moveTo>
                <a:pt x="3826547" y="0"/>
              </a:moveTo>
              <a:lnTo>
                <a:pt x="3826547" y="110685"/>
              </a:lnTo>
              <a:lnTo>
                <a:pt x="0" y="110685"/>
              </a:lnTo>
              <a:lnTo>
                <a:pt x="0" y="22137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A5F314-4B32-4B43-8183-6F0DF0980B58}">
      <dsp:nvSpPr>
        <dsp:cNvPr id="0" name=""/>
        <dsp:cNvSpPr/>
      </dsp:nvSpPr>
      <dsp:spPr>
        <a:xfrm>
          <a:off x="2695133" y="2334"/>
          <a:ext cx="4243682" cy="5270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Fundamentos de bases de datos y gestión de la información organizacional.</a:t>
          </a:r>
          <a:endParaRPr lang="es-CO" sz="1000" kern="1200" dirty="0"/>
        </a:p>
      </dsp:txBody>
      <dsp:txXfrm>
        <a:off x="2695133" y="2334"/>
        <a:ext cx="4243682" cy="527072"/>
      </dsp:txXfrm>
    </dsp:sp>
    <dsp:sp modelId="{5963BADC-6F88-4AB1-AAC8-627BACE0DEF4}">
      <dsp:nvSpPr>
        <dsp:cNvPr id="0" name=""/>
        <dsp:cNvSpPr/>
      </dsp:nvSpPr>
      <dsp:spPr>
        <a:xfrm>
          <a:off x="463355" y="750777"/>
          <a:ext cx="1054145" cy="52707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Conceptos fundamentales</a:t>
          </a:r>
          <a:endParaRPr lang="es-CO" sz="1000" kern="1200" dirty="0"/>
        </a:p>
      </dsp:txBody>
      <dsp:txXfrm>
        <a:off x="463355" y="750777"/>
        <a:ext cx="1054145" cy="527072"/>
      </dsp:txXfrm>
    </dsp:sp>
    <dsp:sp modelId="{0D32391A-0685-41A6-BCC6-3AD02A2F4717}">
      <dsp:nvSpPr>
        <dsp:cNvPr id="0" name=""/>
        <dsp:cNvSpPr/>
      </dsp:nvSpPr>
      <dsp:spPr>
        <a:xfrm>
          <a:off x="726892" y="1499220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Dato</a:t>
          </a:r>
          <a:endParaRPr lang="es-CO" sz="1000" kern="1200" dirty="0"/>
        </a:p>
      </dsp:txBody>
      <dsp:txXfrm>
        <a:off x="726892" y="1499220"/>
        <a:ext cx="1054145" cy="527072"/>
      </dsp:txXfrm>
    </dsp:sp>
    <dsp:sp modelId="{74B1FCC8-27B0-4D6D-B121-E150790439A1}">
      <dsp:nvSpPr>
        <dsp:cNvPr id="0" name=""/>
        <dsp:cNvSpPr/>
      </dsp:nvSpPr>
      <dsp:spPr>
        <a:xfrm>
          <a:off x="726892" y="2247663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Información</a:t>
          </a:r>
          <a:endParaRPr lang="es-CO" sz="1000" kern="1200" dirty="0"/>
        </a:p>
      </dsp:txBody>
      <dsp:txXfrm>
        <a:off x="726892" y="2247663"/>
        <a:ext cx="1054145" cy="527072"/>
      </dsp:txXfrm>
    </dsp:sp>
    <dsp:sp modelId="{079EB92D-45CD-4516-8166-0CE0B725C7E3}">
      <dsp:nvSpPr>
        <dsp:cNvPr id="0" name=""/>
        <dsp:cNvSpPr/>
      </dsp:nvSpPr>
      <dsp:spPr>
        <a:xfrm>
          <a:off x="726892" y="2996106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Registro</a:t>
          </a:r>
          <a:endParaRPr lang="es-CO" sz="1000" kern="1200" dirty="0"/>
        </a:p>
      </dsp:txBody>
      <dsp:txXfrm>
        <a:off x="726892" y="2996106"/>
        <a:ext cx="1054145" cy="527072"/>
      </dsp:txXfrm>
    </dsp:sp>
    <dsp:sp modelId="{0B204A35-B22A-4031-B0A8-D245AE556378}">
      <dsp:nvSpPr>
        <dsp:cNvPr id="0" name=""/>
        <dsp:cNvSpPr/>
      </dsp:nvSpPr>
      <dsp:spPr>
        <a:xfrm>
          <a:off x="726892" y="3744549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Conocimiento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activo estratégico</a:t>
          </a:r>
        </a:p>
      </dsp:txBody>
      <dsp:txXfrm>
        <a:off x="726892" y="3744549"/>
        <a:ext cx="1054145" cy="527072"/>
      </dsp:txXfrm>
    </dsp:sp>
    <dsp:sp modelId="{4D8A9394-20CF-402E-875A-E11DD9853130}">
      <dsp:nvSpPr>
        <dsp:cNvPr id="0" name=""/>
        <dsp:cNvSpPr/>
      </dsp:nvSpPr>
      <dsp:spPr>
        <a:xfrm>
          <a:off x="1738871" y="750777"/>
          <a:ext cx="1054145" cy="52707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Tipos de bases de datos</a:t>
          </a:r>
          <a:endParaRPr lang="es-CO" sz="1000" kern="1200" dirty="0"/>
        </a:p>
      </dsp:txBody>
      <dsp:txXfrm>
        <a:off x="1738871" y="750777"/>
        <a:ext cx="1054145" cy="527072"/>
      </dsp:txXfrm>
    </dsp:sp>
    <dsp:sp modelId="{A059B3B5-1DE8-4EF1-A5DC-FCAA59E36216}">
      <dsp:nvSpPr>
        <dsp:cNvPr id="0" name=""/>
        <dsp:cNvSpPr/>
      </dsp:nvSpPr>
      <dsp:spPr>
        <a:xfrm>
          <a:off x="2002407" y="1499220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Estructuradas</a:t>
          </a:r>
          <a:endParaRPr lang="es-CO" sz="1000" kern="1200" dirty="0"/>
        </a:p>
      </dsp:txBody>
      <dsp:txXfrm>
        <a:off x="2002407" y="1499220"/>
        <a:ext cx="1054145" cy="527072"/>
      </dsp:txXfrm>
    </dsp:sp>
    <dsp:sp modelId="{7B38D852-8C22-41B0-9A7F-F63D12366746}">
      <dsp:nvSpPr>
        <dsp:cNvPr id="0" name=""/>
        <dsp:cNvSpPr/>
      </dsp:nvSpPr>
      <dsp:spPr>
        <a:xfrm>
          <a:off x="2002407" y="2247663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No estructuradas</a:t>
          </a:r>
          <a:endParaRPr lang="es-CO" sz="1000" kern="1200" dirty="0"/>
        </a:p>
      </dsp:txBody>
      <dsp:txXfrm>
        <a:off x="2002407" y="2247663"/>
        <a:ext cx="1054145" cy="527072"/>
      </dsp:txXfrm>
    </dsp:sp>
    <dsp:sp modelId="{09EA6344-1A2E-40C6-B7D9-DC19FC3F5415}">
      <dsp:nvSpPr>
        <dsp:cNvPr id="0" name=""/>
        <dsp:cNvSpPr/>
      </dsp:nvSpPr>
      <dsp:spPr>
        <a:xfrm>
          <a:off x="2002407" y="2996106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Relacionales</a:t>
          </a:r>
          <a:endParaRPr lang="es-CO" sz="1000" kern="1200" dirty="0"/>
        </a:p>
      </dsp:txBody>
      <dsp:txXfrm>
        <a:off x="2002407" y="2996106"/>
        <a:ext cx="1054145" cy="527072"/>
      </dsp:txXfrm>
    </dsp:sp>
    <dsp:sp modelId="{BC948AC3-FC74-44C5-AF96-219655E03702}">
      <dsp:nvSpPr>
        <dsp:cNvPr id="0" name=""/>
        <dsp:cNvSpPr/>
      </dsp:nvSpPr>
      <dsp:spPr>
        <a:xfrm>
          <a:off x="2002407" y="3744549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Documentales</a:t>
          </a:r>
          <a:endParaRPr lang="es-CO" sz="1000" kern="1200" dirty="0"/>
        </a:p>
      </dsp:txBody>
      <dsp:txXfrm>
        <a:off x="2002407" y="3744549"/>
        <a:ext cx="1054145" cy="527072"/>
      </dsp:txXfrm>
    </dsp:sp>
    <dsp:sp modelId="{53D64B4E-19F8-47DA-99D2-4D5A509FF1AC}">
      <dsp:nvSpPr>
        <dsp:cNvPr id="0" name=""/>
        <dsp:cNvSpPr/>
      </dsp:nvSpPr>
      <dsp:spPr>
        <a:xfrm>
          <a:off x="3014387" y="750777"/>
          <a:ext cx="1054145" cy="52707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Componentes</a:t>
          </a:r>
          <a:endParaRPr lang="es-CO" sz="1000" kern="1200" dirty="0"/>
        </a:p>
      </dsp:txBody>
      <dsp:txXfrm>
        <a:off x="3014387" y="750777"/>
        <a:ext cx="1054145" cy="527072"/>
      </dsp:txXfrm>
    </dsp:sp>
    <dsp:sp modelId="{021C4F2F-B610-4686-AF0C-B35018128A22}">
      <dsp:nvSpPr>
        <dsp:cNvPr id="0" name=""/>
        <dsp:cNvSpPr/>
      </dsp:nvSpPr>
      <dsp:spPr>
        <a:xfrm>
          <a:off x="3277923" y="1499220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Tablas</a:t>
          </a:r>
          <a:endParaRPr lang="es-CO" sz="1000" kern="1200" dirty="0"/>
        </a:p>
      </dsp:txBody>
      <dsp:txXfrm>
        <a:off x="3277923" y="1499220"/>
        <a:ext cx="1054145" cy="527072"/>
      </dsp:txXfrm>
    </dsp:sp>
    <dsp:sp modelId="{728E142B-CBD3-44C1-9349-BE713E54F8C9}">
      <dsp:nvSpPr>
        <dsp:cNvPr id="0" name=""/>
        <dsp:cNvSpPr/>
      </dsp:nvSpPr>
      <dsp:spPr>
        <a:xfrm>
          <a:off x="3277923" y="2247663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Campos</a:t>
          </a:r>
          <a:endParaRPr lang="es-CO" sz="1000" kern="1200" dirty="0"/>
        </a:p>
      </dsp:txBody>
      <dsp:txXfrm>
        <a:off x="3277923" y="2247663"/>
        <a:ext cx="1054145" cy="527072"/>
      </dsp:txXfrm>
    </dsp:sp>
    <dsp:sp modelId="{21A2C209-B39C-4CD6-9E3F-B6E2D13A7383}">
      <dsp:nvSpPr>
        <dsp:cNvPr id="0" name=""/>
        <dsp:cNvSpPr/>
      </dsp:nvSpPr>
      <dsp:spPr>
        <a:xfrm>
          <a:off x="3277923" y="2996106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Registros</a:t>
          </a:r>
          <a:endParaRPr lang="es-CO" sz="1000" kern="1200" dirty="0"/>
        </a:p>
      </dsp:txBody>
      <dsp:txXfrm>
        <a:off x="3277923" y="2996106"/>
        <a:ext cx="1054145" cy="527072"/>
      </dsp:txXfrm>
    </dsp:sp>
    <dsp:sp modelId="{C3051797-4788-4597-A9B6-00D975330A4F}">
      <dsp:nvSpPr>
        <dsp:cNvPr id="0" name=""/>
        <dsp:cNvSpPr/>
      </dsp:nvSpPr>
      <dsp:spPr>
        <a:xfrm>
          <a:off x="3277923" y="3744549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Vistas</a:t>
          </a:r>
          <a:endParaRPr lang="es-CO" sz="1000" kern="1200" dirty="0"/>
        </a:p>
      </dsp:txBody>
      <dsp:txXfrm>
        <a:off x="3277923" y="3744549"/>
        <a:ext cx="1054145" cy="527072"/>
      </dsp:txXfrm>
    </dsp:sp>
    <dsp:sp modelId="{04DF8B92-AAD5-4B96-B7FA-D5DCF6986062}">
      <dsp:nvSpPr>
        <dsp:cNvPr id="0" name=""/>
        <dsp:cNvSpPr/>
      </dsp:nvSpPr>
      <dsp:spPr>
        <a:xfrm>
          <a:off x="3277923" y="4492992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Índices</a:t>
          </a:r>
          <a:endParaRPr lang="es-CO" sz="1000" kern="1200" dirty="0"/>
        </a:p>
      </dsp:txBody>
      <dsp:txXfrm>
        <a:off x="3277923" y="4492992"/>
        <a:ext cx="1054145" cy="527072"/>
      </dsp:txXfrm>
    </dsp:sp>
    <dsp:sp modelId="{2239EF3F-44FF-4704-AF3B-5C8800DD9467}">
      <dsp:nvSpPr>
        <dsp:cNvPr id="0" name=""/>
        <dsp:cNvSpPr/>
      </dsp:nvSpPr>
      <dsp:spPr>
        <a:xfrm>
          <a:off x="3277923" y="5241436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Claves</a:t>
          </a:r>
          <a:endParaRPr lang="es-CO" sz="1000" kern="1200" dirty="0"/>
        </a:p>
      </dsp:txBody>
      <dsp:txXfrm>
        <a:off x="3277923" y="5241436"/>
        <a:ext cx="1054145" cy="527072"/>
      </dsp:txXfrm>
    </dsp:sp>
    <dsp:sp modelId="{BC024FA7-58C7-482B-AB85-D1265075564A}">
      <dsp:nvSpPr>
        <dsp:cNvPr id="0" name=""/>
        <dsp:cNvSpPr/>
      </dsp:nvSpPr>
      <dsp:spPr>
        <a:xfrm>
          <a:off x="4289902" y="750777"/>
          <a:ext cx="1054145" cy="52707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SGBD</a:t>
          </a:r>
          <a:endParaRPr lang="es-CO" sz="1000" kern="1200" dirty="0"/>
        </a:p>
      </dsp:txBody>
      <dsp:txXfrm>
        <a:off x="4289902" y="750777"/>
        <a:ext cx="1054145" cy="527072"/>
      </dsp:txXfrm>
    </dsp:sp>
    <dsp:sp modelId="{78F4D765-253F-414D-95AE-A44AC7C4121D}">
      <dsp:nvSpPr>
        <dsp:cNvPr id="0" name=""/>
        <dsp:cNvSpPr/>
      </dsp:nvSpPr>
      <dsp:spPr>
        <a:xfrm>
          <a:off x="4553439" y="1499220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Funciones</a:t>
          </a:r>
          <a:endParaRPr lang="es-CO" sz="1000" kern="1200" dirty="0"/>
        </a:p>
      </dsp:txBody>
      <dsp:txXfrm>
        <a:off x="4553439" y="1499220"/>
        <a:ext cx="1054145" cy="527072"/>
      </dsp:txXfrm>
    </dsp:sp>
    <dsp:sp modelId="{555C96BE-8351-4FB0-932C-E9A6B1ADD602}">
      <dsp:nvSpPr>
        <dsp:cNvPr id="0" name=""/>
        <dsp:cNvSpPr/>
      </dsp:nvSpPr>
      <dsp:spPr>
        <a:xfrm>
          <a:off x="4553439" y="2247663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Arquitectura</a:t>
          </a:r>
          <a:endParaRPr lang="es-CO" sz="1000" kern="1200" dirty="0"/>
        </a:p>
      </dsp:txBody>
      <dsp:txXfrm>
        <a:off x="4553439" y="2247663"/>
        <a:ext cx="1054145" cy="527072"/>
      </dsp:txXfrm>
    </dsp:sp>
    <dsp:sp modelId="{26FFF49D-DDE7-414C-8438-85E40D58A0CA}">
      <dsp:nvSpPr>
        <dsp:cNvPr id="0" name=""/>
        <dsp:cNvSpPr/>
      </dsp:nvSpPr>
      <dsp:spPr>
        <a:xfrm>
          <a:off x="4553439" y="2996106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Ejemplos</a:t>
          </a:r>
          <a:endParaRPr lang="es-CO" sz="1000" kern="1200" dirty="0"/>
        </a:p>
      </dsp:txBody>
      <dsp:txXfrm>
        <a:off x="4553439" y="2996106"/>
        <a:ext cx="1054145" cy="527072"/>
      </dsp:txXfrm>
    </dsp:sp>
    <dsp:sp modelId="{2101BDC9-07C4-4B1E-81FC-6B930159EE75}">
      <dsp:nvSpPr>
        <dsp:cNvPr id="0" name=""/>
        <dsp:cNvSpPr/>
      </dsp:nvSpPr>
      <dsp:spPr>
        <a:xfrm>
          <a:off x="5565418" y="750777"/>
          <a:ext cx="1054145" cy="52707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Características funcionales</a:t>
          </a:r>
          <a:endParaRPr lang="es-CO" sz="1000" kern="1200" dirty="0"/>
        </a:p>
      </dsp:txBody>
      <dsp:txXfrm>
        <a:off x="5565418" y="750777"/>
        <a:ext cx="1054145" cy="527072"/>
      </dsp:txXfrm>
    </dsp:sp>
    <dsp:sp modelId="{A9AFF888-2125-40B8-B020-28C0A7614EB5}">
      <dsp:nvSpPr>
        <dsp:cNvPr id="0" name=""/>
        <dsp:cNvSpPr/>
      </dsp:nvSpPr>
      <dsp:spPr>
        <a:xfrm>
          <a:off x="5828954" y="1499220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Requisitos</a:t>
          </a:r>
          <a:endParaRPr lang="es-CO" sz="1000" kern="1200" dirty="0"/>
        </a:p>
      </dsp:txBody>
      <dsp:txXfrm>
        <a:off x="5828954" y="1499220"/>
        <a:ext cx="1054145" cy="527072"/>
      </dsp:txXfrm>
    </dsp:sp>
    <dsp:sp modelId="{D95F8BF2-A2B2-457B-A64D-B1093E275C65}">
      <dsp:nvSpPr>
        <dsp:cNvPr id="0" name=""/>
        <dsp:cNvSpPr/>
      </dsp:nvSpPr>
      <dsp:spPr>
        <a:xfrm>
          <a:off x="5828954" y="2247663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Entidades</a:t>
          </a:r>
          <a:endParaRPr lang="es-CO" sz="1000" kern="1200" dirty="0"/>
        </a:p>
      </dsp:txBody>
      <dsp:txXfrm>
        <a:off x="5828954" y="2247663"/>
        <a:ext cx="1054145" cy="527072"/>
      </dsp:txXfrm>
    </dsp:sp>
    <dsp:sp modelId="{9131E2F8-9EB7-4B06-97B6-760AA9467BC0}">
      <dsp:nvSpPr>
        <dsp:cNvPr id="0" name=""/>
        <dsp:cNvSpPr/>
      </dsp:nvSpPr>
      <dsp:spPr>
        <a:xfrm>
          <a:off x="5828954" y="2996106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Atributos</a:t>
          </a:r>
          <a:endParaRPr lang="es-CO" sz="1000" kern="1200" dirty="0"/>
        </a:p>
      </dsp:txBody>
      <dsp:txXfrm>
        <a:off x="5828954" y="2996106"/>
        <a:ext cx="1054145" cy="527072"/>
      </dsp:txXfrm>
    </dsp:sp>
    <dsp:sp modelId="{35F6DDB7-16A2-4DD9-8C2A-5314AF4DC03E}">
      <dsp:nvSpPr>
        <dsp:cNvPr id="0" name=""/>
        <dsp:cNvSpPr/>
      </dsp:nvSpPr>
      <dsp:spPr>
        <a:xfrm>
          <a:off x="5828954" y="3744549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Indexación</a:t>
          </a:r>
          <a:endParaRPr lang="es-CO" sz="1000" kern="1200" dirty="0"/>
        </a:p>
      </dsp:txBody>
      <dsp:txXfrm>
        <a:off x="5828954" y="3744549"/>
        <a:ext cx="1054145" cy="527072"/>
      </dsp:txXfrm>
    </dsp:sp>
    <dsp:sp modelId="{C998D4ED-544C-4033-A93C-C4C5C02634E7}">
      <dsp:nvSpPr>
        <dsp:cNvPr id="0" name=""/>
        <dsp:cNvSpPr/>
      </dsp:nvSpPr>
      <dsp:spPr>
        <a:xfrm>
          <a:off x="6840934" y="750777"/>
          <a:ext cx="1054145" cy="52707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Seguridad e integridad</a:t>
          </a:r>
          <a:endParaRPr lang="es-CO" sz="1000" kern="1200" dirty="0"/>
        </a:p>
      </dsp:txBody>
      <dsp:txXfrm>
        <a:off x="6840934" y="750777"/>
        <a:ext cx="1054145" cy="527072"/>
      </dsp:txXfrm>
    </dsp:sp>
    <dsp:sp modelId="{5A6586C9-FA5B-40C1-B933-B25790D13FFD}">
      <dsp:nvSpPr>
        <dsp:cNvPr id="0" name=""/>
        <dsp:cNvSpPr/>
      </dsp:nvSpPr>
      <dsp:spPr>
        <a:xfrm>
          <a:off x="7104470" y="1499220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Accesos</a:t>
          </a:r>
          <a:endParaRPr lang="es-CO" sz="1000" kern="1200" dirty="0"/>
        </a:p>
      </dsp:txBody>
      <dsp:txXfrm>
        <a:off x="7104470" y="1499220"/>
        <a:ext cx="1054145" cy="527072"/>
      </dsp:txXfrm>
    </dsp:sp>
    <dsp:sp modelId="{21551D50-CCA6-4DC1-943C-CA87992E7A7A}">
      <dsp:nvSpPr>
        <dsp:cNvPr id="0" name=""/>
        <dsp:cNvSpPr/>
      </dsp:nvSpPr>
      <dsp:spPr>
        <a:xfrm>
          <a:off x="7104470" y="2247663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Permisos</a:t>
          </a:r>
          <a:endParaRPr lang="es-CO" sz="1000" kern="1200" dirty="0"/>
        </a:p>
      </dsp:txBody>
      <dsp:txXfrm>
        <a:off x="7104470" y="2247663"/>
        <a:ext cx="1054145" cy="527072"/>
      </dsp:txXfrm>
    </dsp:sp>
    <dsp:sp modelId="{EBF81391-87DF-4D27-BB77-5D9F17735C5B}">
      <dsp:nvSpPr>
        <dsp:cNvPr id="0" name=""/>
        <dsp:cNvSpPr/>
      </dsp:nvSpPr>
      <dsp:spPr>
        <a:xfrm>
          <a:off x="7104470" y="2996106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Cifrado</a:t>
          </a:r>
          <a:endParaRPr lang="es-CO" sz="1000" kern="1200" dirty="0"/>
        </a:p>
      </dsp:txBody>
      <dsp:txXfrm>
        <a:off x="7104470" y="2996106"/>
        <a:ext cx="1054145" cy="527072"/>
      </dsp:txXfrm>
    </dsp:sp>
    <dsp:sp modelId="{BC3527FF-66B8-4DA2-ADBB-6877F3BEE16D}">
      <dsp:nvSpPr>
        <dsp:cNvPr id="0" name=""/>
        <dsp:cNvSpPr/>
      </dsp:nvSpPr>
      <dsp:spPr>
        <a:xfrm>
          <a:off x="7104470" y="3744549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Integridad de Entidad</a:t>
          </a:r>
          <a:endParaRPr lang="es-CO" sz="1000" kern="1200" dirty="0"/>
        </a:p>
      </dsp:txBody>
      <dsp:txXfrm>
        <a:off x="7104470" y="3744549"/>
        <a:ext cx="1054145" cy="527072"/>
      </dsp:txXfrm>
    </dsp:sp>
    <dsp:sp modelId="{C7B09E4E-60D1-4F00-977E-5DE301300ACA}">
      <dsp:nvSpPr>
        <dsp:cNvPr id="0" name=""/>
        <dsp:cNvSpPr/>
      </dsp:nvSpPr>
      <dsp:spPr>
        <a:xfrm>
          <a:off x="7104470" y="4492992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Integridad referencial</a:t>
          </a:r>
          <a:endParaRPr lang="es-CO" sz="1000" kern="1200" dirty="0"/>
        </a:p>
      </dsp:txBody>
      <dsp:txXfrm>
        <a:off x="7104470" y="4492992"/>
        <a:ext cx="1054145" cy="527072"/>
      </dsp:txXfrm>
    </dsp:sp>
    <dsp:sp modelId="{9AF0D11C-6269-4535-B6B5-F46E9187049A}">
      <dsp:nvSpPr>
        <dsp:cNvPr id="0" name=""/>
        <dsp:cNvSpPr/>
      </dsp:nvSpPr>
      <dsp:spPr>
        <a:xfrm>
          <a:off x="8116449" y="750777"/>
          <a:ext cx="1054145" cy="52707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Rendimiento</a:t>
          </a:r>
          <a:endParaRPr lang="es-CO" sz="1000" kern="1200" dirty="0"/>
        </a:p>
      </dsp:txBody>
      <dsp:txXfrm>
        <a:off x="8116449" y="750777"/>
        <a:ext cx="1054145" cy="527072"/>
      </dsp:txXfrm>
    </dsp:sp>
    <dsp:sp modelId="{A191B63C-8D0B-4EB6-BCFD-C9BBB92AF3BA}">
      <dsp:nvSpPr>
        <dsp:cNvPr id="0" name=""/>
        <dsp:cNvSpPr/>
      </dsp:nvSpPr>
      <dsp:spPr>
        <a:xfrm>
          <a:off x="8379986" y="1499220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Optimización</a:t>
          </a:r>
          <a:endParaRPr lang="es-CO" sz="1000" kern="1200" dirty="0"/>
        </a:p>
      </dsp:txBody>
      <dsp:txXfrm>
        <a:off x="8379986" y="1499220"/>
        <a:ext cx="1054145" cy="527072"/>
      </dsp:txXfrm>
    </dsp:sp>
    <dsp:sp modelId="{ACCEDA4C-1889-4DCE-BE47-021746FBB6C6}">
      <dsp:nvSpPr>
        <dsp:cNvPr id="0" name=""/>
        <dsp:cNvSpPr/>
      </dsp:nvSpPr>
      <dsp:spPr>
        <a:xfrm>
          <a:off x="8379986" y="2247663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Escalabilidad</a:t>
          </a:r>
          <a:endParaRPr lang="es-CO" sz="1000" kern="1200" dirty="0"/>
        </a:p>
      </dsp:txBody>
      <dsp:txXfrm>
        <a:off x="8379986" y="2247663"/>
        <a:ext cx="1054145" cy="527072"/>
      </dsp:txXfrm>
    </dsp:sp>
    <dsp:sp modelId="{6D010037-3DBD-4F60-80E7-92C04A85E862}">
      <dsp:nvSpPr>
        <dsp:cNvPr id="0" name=""/>
        <dsp:cNvSpPr/>
      </dsp:nvSpPr>
      <dsp:spPr>
        <a:xfrm>
          <a:off x="8379986" y="2996106"/>
          <a:ext cx="1054145" cy="527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Tiempos de respuesta</a:t>
          </a:r>
          <a:endParaRPr lang="es-CO" sz="1000" kern="1200" dirty="0"/>
        </a:p>
      </dsp:txBody>
      <dsp:txXfrm>
        <a:off x="8379986" y="2996106"/>
        <a:ext cx="1054145" cy="5270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8090F-B9E9-B2EB-5A33-F5DA24FBB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05172-F7F1-841A-8018-B6C2FD035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B783C-589C-2C45-F589-36ED63D4C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63DE-94C6-9E08-94FE-0CA8C7B4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24258-8C9C-72E8-7788-40CDF0A37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1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4C67D-F179-593D-52D9-EAEE59F8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01BA2-09A4-A2A2-CCD4-50BFBACF7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E1596-DD57-3D24-A08D-E8938C2C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79D65-EE31-EBE8-FFC7-B69E0B54D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B1D5E-AB2B-5ED8-8FED-C4D93672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51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2595-D6B5-ADA5-342A-034383A08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3E5B3-1A6B-EA0A-804D-4B582CB08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3B7AD-3D5B-0939-DE65-BC7372A4D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6379E-3591-892D-3F96-C71D53802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2DA1F-78A7-4D52-99C1-1D29A70F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66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003D6-D9B0-C67A-2DD3-EB74DD0D7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12274-5A6D-FF3C-2800-DE02DD92D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F119C-94C3-C0B8-5FB2-3D683DC48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016F8-7281-EC05-FE8E-A304ECA3D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7A959-DD49-DE39-9F85-6FC53AB1E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2FBA4-EDE8-CD4F-4A1B-D267DC541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76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9FB9D-8A2C-BCC4-1CB8-B6E2F91E7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A9A0B-C381-4E03-F2C9-CF116CA21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40646C-B0CF-175F-6D4B-3FC62A44A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7AF8CC-0055-70B6-C095-6A60F74FC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C0770-22D2-3713-191B-D717EDA83D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50037A-F848-29F7-55C4-3CAE2331C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2E6BD8-9D23-8C91-6355-C8AA24973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A56249-88E6-3564-BEDB-EFFE23FD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90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FA4EC-DAE1-274E-783C-1379C78F3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23239-C47D-9165-95AF-EAE235702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5A358-EA13-BC74-9E0F-D378E5565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25697-085B-2DF1-702B-35B025FBA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677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80A554-FF87-7550-DD7B-04A4D4ADD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4BC3A3-9FB3-96ED-1503-0A31C19B8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2812B-0C9E-1E85-B2E3-BFEE92CA6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20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77C5-4569-0986-5610-A2BDFD0D1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63B2A-7DAA-16C7-5422-FC1F3E8EB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9DE8D-BC98-FD26-99FA-DF54C0E76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ECBF2-527D-B8C6-A6F0-54FA7876C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A98D8-1584-1A3F-C2E0-57C91A0EC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7BDB5-3CB1-5D7C-DEF7-2A182EE37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C6D04-2244-10E7-525A-352E1CD87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A3A036-3097-D1CF-810D-B2AB06E58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B4D93-4828-E8E6-E0E5-C1B6C8AB3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46638-6241-EA4E-300C-D008A7122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D0538-75F6-8DB7-C405-42C73EFA7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29520-2BEA-F312-41B2-9ACA78580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608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25381-7960-D0D6-A4FB-4D340CA47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E41EF2-69B2-ABB1-D6A3-533E66F49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F164B-F3DC-89AD-374F-4626BB8DF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646D1-F5EA-0BE6-4DA4-5E3AD381E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802C8-9267-9D7E-5564-7162E0F26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98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B90276-0EAD-079C-7A23-57F87E0668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BC126-7C5C-4646-0F27-56E44415B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C97DC-F747-9717-CC2C-49FDD9A7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AB80C-45EC-7AF1-AB11-C058EEC1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13E07-BC45-3EF0-ABBA-287331950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3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30C2DF-E6A7-069F-F82F-36594EA7A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A690D-B3C9-E494-D3E8-22F855D4C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6A718-9E89-B5D1-DF1E-A3218084D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8602A-BDDE-5E45-2078-E0C99D777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EC1AF-AF0C-882B-ABD7-268004818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0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E1712BE-30C1-4E53-8AF2-9717474DEE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989315"/>
              </p:ext>
            </p:extLst>
          </p:nvPr>
        </p:nvGraphicFramePr>
        <p:xfrm>
          <a:off x="1147255" y="715832"/>
          <a:ext cx="9897487" cy="5770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2262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81D6BD42E8DF4C91013959704817E1" ma:contentTypeVersion="14" ma:contentTypeDescription="Crear nuevo documento." ma:contentTypeScope="" ma:versionID="cd14e03e9fc6eb087109c39a3de1a2a7">
  <xsd:schema xmlns:xsd="http://www.w3.org/2001/XMLSchema" xmlns:xs="http://www.w3.org/2001/XMLSchema" xmlns:p="http://schemas.microsoft.com/office/2006/metadata/properties" xmlns:ns2="13c90a0b-73bc-4dc0-be5f-28d77b615beb" xmlns:ns3="13c93bba-48ce-428c-bfe5-88b42c19b028" targetNamespace="http://schemas.microsoft.com/office/2006/metadata/properties" ma:root="true" ma:fieldsID="247ff0312e87511bd2ce05ea47f33022" ns2:_="" ns3:_="">
    <xsd:import namespace="13c90a0b-73bc-4dc0-be5f-28d77b615beb"/>
    <xsd:import namespace="13c93bba-48ce-428c-bfe5-88b42c19b02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c90a0b-73bc-4dc0-be5f-28d77b615be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a42ca037-5d13-4729-aeec-4237f141d2d6}" ma:internalName="TaxCatchAll" ma:showField="CatchAllData" ma:web="13c90a0b-73bc-4dc0-be5f-28d77b615b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c93bba-48ce-428c-bfe5-88b42c19b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3c90a0b-73bc-4dc0-be5f-28d77b615beb" xsi:nil="true"/>
    <lcf76f155ced4ddcb4097134ff3c332f xmlns="13c93bba-48ce-428c-bfe5-88b42c19b02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32EF723-2C5E-4FCB-906E-056DE446FA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c90a0b-73bc-4dc0-be5f-28d77b615beb"/>
    <ds:schemaRef ds:uri="13c93bba-48ce-428c-bfe5-88b42c19b0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8ACAFE8-1D80-4208-89D2-97E9875E0D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6EE80D-71E2-4DCE-8C85-0573C3E60FE1}">
  <ds:schemaRefs>
    <ds:schemaRef ds:uri="http://schemas.microsoft.com/office/2006/metadata/properties"/>
    <ds:schemaRef ds:uri="http://schemas.microsoft.com/office/infopath/2007/PartnerControls"/>
    <ds:schemaRef ds:uri="13c90a0b-73bc-4dc0-be5f-28d77b615beb"/>
    <ds:schemaRef ds:uri="13c93bba-48ce-428c-bfe5-88b42c19b02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64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Jaime Hernán Tejada</dc:creator>
  <cp:lastModifiedBy>Paola Moya</cp:lastModifiedBy>
  <cp:revision>4</cp:revision>
  <dcterms:created xsi:type="dcterms:W3CDTF">2026-02-18T04:00:25Z</dcterms:created>
  <dcterms:modified xsi:type="dcterms:W3CDTF">2026-02-18T19:44:21Z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0x0101006A81D6BD42E8DF4C91013959704817E1</vt:lpwstr>
  </property>
</Properties>
</file>